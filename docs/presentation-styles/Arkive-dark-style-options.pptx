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f66f632dfd4493" /><Relationship Type="http://schemas.openxmlformats.org/officeDocument/2006/relationships/extended-properties" Target="/docProps/app.xml" Id="R4b1780d8ac224066" /><Relationship Type="http://schemas.openxmlformats.org/officeDocument/2006/relationships/officeDocument" Target="/ppt/presentation.xml" Id="Rc2f4e42a539946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99847035fe4a27"/>
  </p:sldMasterIdLst>
  <p:notesMasterIdLst>
    <p:notesMasterId xmlns:r="http://schemas.openxmlformats.org/officeDocument/2006/relationships" r:id="R570d1905acbd4af3"/>
  </p:notesMasterIdLst>
  <p:sldIdLst>
    <p:sldId xmlns:r="http://schemas.openxmlformats.org/officeDocument/2006/relationships" id="256" r:id="Rfa87e1351e524a6f"/>
    <p:sldId xmlns:r="http://schemas.openxmlformats.org/officeDocument/2006/relationships" id="257" r:id="R398537c969084650"/>
    <p:sldId xmlns:r="http://schemas.openxmlformats.org/officeDocument/2006/relationships" id="258" r:id="R106b0141ddc7415a"/>
    <p:sldId xmlns:r="http://schemas.openxmlformats.org/officeDocument/2006/relationships" id="259" r:id="R5d6cf82a1d1643a8"/>
    <p:sldId xmlns:r="http://schemas.openxmlformats.org/officeDocument/2006/relationships" id="260" r:id="R078f457f4e594914"/>
    <p:sldId xmlns:r="http://schemas.openxmlformats.org/officeDocument/2006/relationships" id="261" r:id="R18324a76cf424717"/>
    <p:sldId xmlns:r="http://schemas.openxmlformats.org/officeDocument/2006/relationships" id="262" r:id="R0bea6bad25684731"/>
    <p:sldId xmlns:r="http://schemas.openxmlformats.org/officeDocument/2006/relationships" id="263" r:id="Rfc7aaadaad4945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62852c9dd348aa" /><Relationship Type="http://schemas.openxmlformats.org/officeDocument/2006/relationships/slideMaster" Target="/ppt/slideMasters/slideMaster1.xml" Id="Ra899847035fe4a27" /><Relationship Type="http://schemas.openxmlformats.org/officeDocument/2006/relationships/notesMaster" Target="/ppt/notesMasters/notesMaster1.xml" Id="R570d1905acbd4af3" /><Relationship Type="http://schemas.openxmlformats.org/officeDocument/2006/relationships/presProps" Target="/ppt/presProps.xml" Id="R0138399fb1d540a5" /><Relationship Type="http://schemas.openxmlformats.org/officeDocument/2006/relationships/tableStyles" Target="/ppt/tableStyles.xml" Id="R3aeb6a6416104169" /><Relationship Type="http://schemas.openxmlformats.org/officeDocument/2006/relationships/slide" Target="/ppt/slides/slide1.xml" Id="Rfa87e1351e524a6f" /><Relationship Type="http://schemas.openxmlformats.org/officeDocument/2006/relationships/slide" Target="/ppt/slides/slide2.xml" Id="R398537c969084650" /><Relationship Type="http://schemas.openxmlformats.org/officeDocument/2006/relationships/slide" Target="/ppt/slides/slide3.xml" Id="R106b0141ddc7415a" /><Relationship Type="http://schemas.openxmlformats.org/officeDocument/2006/relationships/slide" Target="/ppt/slides/slide4.xml" Id="R5d6cf82a1d1643a8" /><Relationship Type="http://schemas.openxmlformats.org/officeDocument/2006/relationships/slide" Target="/ppt/slides/slide5.xml" Id="R078f457f4e594914" /><Relationship Type="http://schemas.openxmlformats.org/officeDocument/2006/relationships/slide" Target="/ppt/slides/slide6.xml" Id="R18324a76cf424717" /><Relationship Type="http://schemas.openxmlformats.org/officeDocument/2006/relationships/slide" Target="/ppt/slides/slide7.xml" Id="R0bea6bad25684731" /><Relationship Type="http://schemas.openxmlformats.org/officeDocument/2006/relationships/slide" Target="/ppt/slides/slide8.xml" Id="Rfc7aaadaad4945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dfa69dd7cd47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132170dce94301" /><Relationship Type="http://schemas.openxmlformats.org/officeDocument/2006/relationships/notesMaster" Target="/ppt/notesMasters/notesMaster1.xml" Id="Rd2e6e2e0e2fb44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5f1ae53c804d7c" /><Relationship Type="http://schemas.openxmlformats.org/officeDocument/2006/relationships/notesMaster" Target="/ppt/notesMasters/notesMaster1.xml" Id="R476528d3be414d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bbcc7e7fff41db" /><Relationship Type="http://schemas.openxmlformats.org/officeDocument/2006/relationships/notesMaster" Target="/ppt/notesMasters/notesMaster1.xml" Id="Re4ea280e01244e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25c8f2ca674fe9" /><Relationship Type="http://schemas.openxmlformats.org/officeDocument/2006/relationships/notesMaster" Target="/ppt/notesMasters/notesMaster1.xml" Id="R9721f527d14c41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08d74f7b01481d" /><Relationship Type="http://schemas.openxmlformats.org/officeDocument/2006/relationships/notesMaster" Target="/ppt/notesMasters/notesMaster1.xml" Id="Ra1b166c7662746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fc8ac21d3a4bec" /><Relationship Type="http://schemas.openxmlformats.org/officeDocument/2006/relationships/notesMaster" Target="/ppt/notesMasters/notesMaster1.xml" Id="Rf092ba1b8d7845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78a11b31964975" /><Relationship Type="http://schemas.openxmlformats.org/officeDocument/2006/relationships/notesMaster" Target="/ppt/notesMasters/notesMaster1.xml" Id="R21f977af765d4a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84a3a3d27541fb" /><Relationship Type="http://schemas.openxmlformats.org/officeDocument/2006/relationships/notesMaster" Target="/ppt/notesMasters/notesMaster1.xml" Id="Rcb669b80a18941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Arkive 是一个基于 Electron、React 和 TypeScript 的本地文件压缩、完整原件备份与归档应用。Agent 对话可能向配置的模型服务发送消息。不能把“本地处理文件”等同于所有 AI 请求均离线。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内容来源：C:/Users/steph/Desktop/arkive-demo/README.md；C:/Users/steph/Desktop/arkive-demo/src/main/modules/catalog/README.md；C:/Users/steph/Desktop/arkive-demo/src/main/modules/image-compression/README.md。</a:t>
            </a:r>
          </a:p>
          <a:p xmlns:a="http://schemas.openxmlformats.org/drawingml/2006/main">
            <a:r>
              <a:t>赛事展示语境：C:/Users/steph/Desktop/arkive-doc/official/Techathon2026评审机制整理.md（用户提供的预案整理，未独立核实最新赛制）。</a:t>
            </a:r>
          </a:p>
          <a:p xmlns:a="http://schemas.openxmlformats.org/drawingml/2006/main">
            <a:r>
              <a:t>视觉来源：背景：OpenAI image_gen 内置工具，2026-10-17 生成的抽象插画；不是产品或文件系统的实拍。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图片、视频及 PDF 通过共用收尾流程执行：有效且体积减小后备份完整原件；编码失败、提交前取消、无体积收益时不移动原件。归档是额外的压缩副本，先复制、SHA-256 校验再发布。备份与归档副本本身仍占用磁盘，不能将输出减小量直接声称为实际已释放空间。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内容来源：C:/Users/steph/Desktop/arkive-demo/README.md；C:/Users/steph/Desktop/arkive-demo/src/main/modules/catalog/README.md；C:/Users/steph/Desktop/arkive-demo/src/main/modules/image-compression/README.md。</a:t>
            </a:r>
          </a:p>
          <a:p xmlns:a="http://schemas.openxmlformats.org/drawingml/2006/main">
            <a:r>
              <a:t>赛事展示语境：C:/Users/steph/Desktop/arkive-doc/official/Techathon2026评审机制整理.md（用户提供的预案整理，未独立核实最新赛制）。</a:t>
            </a:r>
          </a:p>
          <a:p xmlns:a="http://schemas.openxmlformats.org/drawingml/2006/main">
            <a:r>
              <a:t>视觉来源：压缩截图：C:/Users/steph/Desktop/arkive-test/windows-WSgfep/ui-compression.png。它展示一次生成样本流程，不代表所有文件格式的实际收益。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Arkive 是一个基于 Electron、React 和 TypeScript 的本地文件压缩、完整原件备份与归档应用。Agent 对话可能向配置的模型服务发送消息。不能把“本地处理文件”等同于所有 AI 请求均离线。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内容来源：C:/Users/steph/Desktop/arkive-demo/README.md；C:/Users/steph/Desktop/arkive-demo/src/main/modules/catalog/README.md；C:/Users/steph/Desktop/arkive-demo/src/main/modules/image-compression/README.md。</a:t>
            </a:r>
          </a:p>
          <a:p xmlns:a="http://schemas.openxmlformats.org/drawingml/2006/main">
            <a:r>
              <a:t>赛事展示语境：C:/Users/steph/Desktop/arkive-doc/official/Techathon2026评审机制整理.md（用户提供的预案整理，未独立核实最新赛制）。</a:t>
            </a:r>
          </a:p>
          <a:p xmlns:a="http://schemas.openxmlformats.org/drawingml/2006/main">
            <a:r>
              <a:t>视觉来源：背景：OpenAI image_gen 内置工具，2026-10-17 生成的抽象插画；不是产品或文件系统的实拍。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入口与界面按钮复用压缩和 Catalog 流程。归档区支持文件名子串、标签 AND 与日期过滤。Agent 的真实模型行为仍需现场环境验证，截图中的示例会话不作为真实模型调用证明。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内容来源：C:/Users/steph/Desktop/arkive-demo/README.md；C:/Users/steph/Desktop/arkive-demo/src/main/modules/catalog/README.md；C:/Users/steph/Desktop/arkive-demo/src/main/modules/image-compression/README.md。</a:t>
            </a:r>
          </a:p>
          <a:p xmlns:a="http://schemas.openxmlformats.org/drawingml/2006/main">
            <a:r>
              <a:t>赛事展示语境：C:/Users/steph/Desktop/arkive-doc/official/Techathon2026评审机制整理.md（用户提供的预案整理，未独立核实最新赛制）。</a:t>
            </a:r>
          </a:p>
          <a:p xmlns:a="http://schemas.openxmlformats.org/drawingml/2006/main">
            <a:r>
              <a:t>视觉来源：聊天界面截图：C:/Users/steph/Desktop/arkive-test/windows-WSgfep/ui-chat-white.png。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Arkive 是一个基于 Electron、React 和 TypeScript 的本地文件压缩、完整原件备份与归档应用。Agent 对话可能向配置的模型服务发送消息。不能把“本地处理文件”等同于所有 AI 请求均离线。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内容来源：C:/Users/steph/Desktop/arkive-demo/README.md；C:/Users/steph/Desktop/arkive-demo/src/main/modules/catalog/README.md；C:/Users/steph/Desktop/arkive-demo/src/main/modules/image-compression/README.md。</a:t>
            </a:r>
          </a:p>
          <a:p xmlns:a="http://schemas.openxmlformats.org/drawingml/2006/main">
            <a:r>
              <a:t>赛事展示语境：C:/Users/steph/Desktop/arkive-doc/official/Techathon2026评审机制整理.md（用户提供的预案整理，未独立核实最新赛制）。</a:t>
            </a:r>
          </a:p>
          <a:p xmlns:a="http://schemas.openxmlformats.org/drawingml/2006/main">
            <a:r>
              <a:t>视觉来源：背景：OpenAI image_gen 内置工具，2026-10-17 生成的抽象插画；不是产品或文件系统的实拍。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Catalog 使用 node:sqlite 记录原件、备份、输出、归档的位置与状态，启动恢复未完成操作。没有定期备份清理策略；归档副本校验使用 SHA-256。此页描述源码中的设计，不声称本轮重新完成全平台验收。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内容来源：C:/Users/steph/Desktop/arkive-demo/README.md；C:/Users/steph/Desktop/arkive-demo/src/main/modules/catalog/README.md；C:/Users/steph/Desktop/arkive-demo/src/main/modules/image-compression/README.md。</a:t>
            </a:r>
          </a:p>
          <a:p xmlns:a="http://schemas.openxmlformats.org/drawingml/2006/main">
            <a:r>
              <a:t>赛事展示语境：C:/Users/steph/Desktop/arkive-doc/official/Techathon2026评审机制整理.md（用户提供的预案整理，未独立核实最新赛制）。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Arkive 是一个基于 Electron、React 和 TypeScript 的本地文件压缩、完整原件备份与归档应用。Agent 对话可能向配置的模型服务发送消息。不能把“本地处理文件”等同于所有 AI 请求均离线。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内容来源：C:/Users/steph/Desktop/arkive-demo/README.md；C:/Users/steph/Desktop/arkive-demo/src/main/modules/catalog/README.md；C:/Users/steph/Desktop/arkive-demo/src/main/modules/image-compression/README.md。</a:t>
            </a:r>
          </a:p>
          <a:p xmlns:a="http://schemas.openxmlformats.org/drawingml/2006/main">
            <a:r>
              <a:t>赛事展示语境：C:/Users/steph/Desktop/arkive-doc/official/Techathon2026评审机制整理.md（用户提供的预案整理，未独立核实最新赛制）。</a:t>
            </a:r>
          </a:p>
          <a:p xmlns:a="http://schemas.openxmlformats.org/drawingml/2006/main">
            <a:r>
              <a:t>视觉来源：背景：OpenAI image_gen 内置工具，2026-10-17 生成的抽象插画；不是产品或文件系统的实拍。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原件备份与归档副本是不同文件。仅在适用且有体积收益的正常压缩流程中备份原件。Office 文档采用完整原件备份及原路径替换，行为不同，正式技术页应单独说明。压缩减小量不等于实际已释放空间。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内容来源：C:/Users/steph/Desktop/arkive-demo/README.md；C:/Users/steph/Desktop/arkive-demo/src/main/modules/catalog/README.md；C:/Users/steph/Desktop/arkive-demo/src/main/modules/image-compression/README.md。</a:t>
            </a:r>
          </a:p>
          <a:p xmlns:a="http://schemas.openxmlformats.org/drawingml/2006/main">
            <a:r>
              <a:t>赛事展示语境：C:/Users/steph/Desktop/arkive-doc/official/Techathon2026评审机制整理.md（用户提供的预案整理，未独立核实最新赛制）。</a:t>
            </a:r>
          </a:p>
          <a:p xmlns:a="http://schemas.openxmlformats.org/drawingml/2006/main">
            <a:r>
              <a:t>视觉来源：同一压缩界面截图在风格 A、D 中有意复用，便于对比相同产品内容的不同排版。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96c3f211a4f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077c880bd542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0b7c60aa0842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5ea5af9c9245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c676432fda44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272ad8c4254c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67C41B-0AAA-497A-924E-2852E65B4B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84984F2-B8AD-4180-9FBD-FB8B954BD3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09949E0-7B9D-43B6-9ABE-BF9614B15F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F56CE3-9752-4819-ACCE-D747676725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36BEF42-AC30-4FD9-AD99-1479B297BA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1B0E627-D5EB-4B68-BCBF-D6001F477B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35DD52-3531-4BD8-ABDD-0AC2A2B760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D617C40-1BA6-49FE-99CB-2652633B70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420E68-86D3-49D1-9514-2C89BDBE9F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328CD6-F569-4DB8-B7A3-6D6A871D13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997bf83d264d99" /><Relationship Type="http://schemas.openxmlformats.org/officeDocument/2006/relationships/slideLayout" Target="/ppt/slideLayouts/slideLayout1.xml" Id="Rbaa2736a3e0643ec" /><Relationship Type="http://schemas.openxmlformats.org/officeDocument/2006/relationships/slideLayout" Target="/ppt/slideLayouts/slideLayout2.xml" Id="Rf6751944f4954990" /><Relationship Type="http://schemas.openxmlformats.org/officeDocument/2006/relationships/slideLayout" Target="/ppt/slideLayouts/slideLayout3.xml" Id="R492b4a6cfd634a15" /><Relationship Type="http://schemas.openxmlformats.org/officeDocument/2006/relationships/slideLayout" Target="/ppt/slideLayouts/slideLayout4.xml" Id="Rdfaa0e6117284007" /><Relationship Type="http://schemas.openxmlformats.org/officeDocument/2006/relationships/slideLayout" Target="/ppt/slideLayouts/slideLayout5.xml" Id="Rcd196689724345d1" /><Relationship Type="http://schemas.openxmlformats.org/officeDocument/2006/relationships/slideLayout" Target="/ppt/slideLayouts/slideLayout6.xml" Id="Rcb29f1dfe27a4f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a2736a3e0643ec"/>
    <p:sldLayoutId xmlns:r="http://schemas.openxmlformats.org/officeDocument/2006/relationships" id="2147483650" r:id="Rf6751944f4954990"/>
    <p:sldLayoutId xmlns:r="http://schemas.openxmlformats.org/officeDocument/2006/relationships" id="2147483651" r:id="R492b4a6cfd634a15"/>
    <p:sldLayoutId xmlns:r="http://schemas.openxmlformats.org/officeDocument/2006/relationships" id="2147483652" r:id="Rdfaa0e6117284007"/>
    <p:sldLayoutId xmlns:r="http://schemas.openxmlformats.org/officeDocument/2006/relationships" id="2147483653" r:id="Rcd196689724345d1"/>
    <p:sldLayoutId xmlns:r="http://schemas.openxmlformats.org/officeDocument/2006/relationships" id="2147483654" r:id="Rcb29f1dfe27a4f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6b0b0a72c54379" /><Relationship Type="http://schemas.openxmlformats.org/officeDocument/2006/relationships/image" Target="/ppt/media/image.png" Id="R770deb3b3a68407c" /><Relationship Type="http://schemas.openxmlformats.org/officeDocument/2006/relationships/notesSlide" Target="/ppt/notesSlides/notesSlide1.xml" Id="R07a51aa362f145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444ae5b5484fe1" /><Relationship Type="http://schemas.openxmlformats.org/officeDocument/2006/relationships/image" Target="/ppt/media/image2.png" Id="R069abd47b6c6445c" /><Relationship Type="http://schemas.openxmlformats.org/officeDocument/2006/relationships/notesSlide" Target="/ppt/notesSlides/notesSlide2.xml" Id="Rb5923741007748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fcfc05bcfe463f" /><Relationship Type="http://schemas.openxmlformats.org/officeDocument/2006/relationships/image" Target="/ppt/media/image3.png" Id="Re4ca538af4e54444" /><Relationship Type="http://schemas.openxmlformats.org/officeDocument/2006/relationships/notesSlide" Target="/ppt/notesSlides/notesSlide3.xml" Id="R5b65314713024a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439c9db7a14a15" /><Relationship Type="http://schemas.openxmlformats.org/officeDocument/2006/relationships/image" Target="/ppt/media/image4.png" Id="R0217494fd91f4c40" /><Relationship Type="http://schemas.openxmlformats.org/officeDocument/2006/relationships/notesSlide" Target="/ppt/notesSlides/notesSlide4.xml" Id="Rdfed7a7d578046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d1fe170ba1460b" /><Relationship Type="http://schemas.openxmlformats.org/officeDocument/2006/relationships/image" Target="/ppt/media/image5.png" Id="R35f4941733f740c7" /><Relationship Type="http://schemas.openxmlformats.org/officeDocument/2006/relationships/notesSlide" Target="/ppt/notesSlides/notesSlide5.xml" Id="Ra947edc66a4049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c7df624dc1491a" /><Relationship Type="http://schemas.openxmlformats.org/officeDocument/2006/relationships/notesSlide" Target="/ppt/notesSlides/notesSlide6.xml" Id="R850926b3364a45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4b9f32f0064a6a" /><Relationship Type="http://schemas.openxmlformats.org/officeDocument/2006/relationships/image" Target="/ppt/media/image6.png" Id="Rad739ccdbe3441c6" /><Relationship Type="http://schemas.openxmlformats.org/officeDocument/2006/relationships/notesSlide" Target="/ppt/notesSlides/notesSlide7.xml" Id="Rc32c4b4a9ea44f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0b30fc1aa5402a" /><Relationship Type="http://schemas.openxmlformats.org/officeDocument/2006/relationships/image" Target="/ppt/media/image7.png" Id="Rf60e1d2556374fe7" /><Relationship Type="http://schemas.openxmlformats.org/officeDocument/2006/relationships/notesSlide" Target="/ppt/notesSlides/notesSlide8.xml" Id="Ra32c0a42423749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6E26C-F016-47B7-B8AF-AFA3DB2887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deb3b3a68407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C7522-115A-405D-872B-62A15266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7ABB4"/>
                </a:solidFill>
                <a:latin typeface="Segoe UI"/>
                <a:ea typeface="Segoe UI"/>
                <a:cs typeface="Segoe UI"/>
              </a:rPr>
              <a:t>ARKIVE / TECHATHON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9D1D5-8B60-4AF2-BF66-4D9962AF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238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0" b="1">
                <a:solidFill>
                  <a:srgbClr val="F7F7F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000" b="1">
                <a:solidFill>
                  <a:srgbClr val="F7F7F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000" b="1">
                <a:solidFill>
                  <a:srgbClr val="F7F7F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000" b="1">
                <a:solidFill>
                  <a:srgbClr val="F7F7F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000" b="1">
                <a:solidFill>
                  <a:srgbClr val="F7F7F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000" b="1">
                <a:solidFill>
                  <a:srgbClr val="F7F7F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000" b="1">
                <a:solidFill>
                  <a:srgbClr val="F7F7F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000" b="1">
                <a:solidFill>
                  <a:srgbClr val="F7F7F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000" b="1">
                <a:solidFill>
                  <a:srgbClr val="F7F7F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000" b="1">
                <a:solidFill>
                  <a:srgbClr val="F7F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000" b="1">
                <a:solidFill>
                  <a:srgbClr val="F7F7F8"/>
                </a:solidFill>
                <a:latin typeface="Segoe UI"/>
                <a:ea typeface="Segoe UI"/>
                <a:cs typeface="Segoe UI"/>
              </a:defRPr>
            </a:pPr>
            <a:r>
              <a:rPr sz="9000" b="1">
                <a:solidFill>
                  <a:srgbClr val="F7F7F8"/>
                </a:solidFill>
                <a:latin typeface="Segoe UI"/>
                <a:ea typeface="Segoe UI"/>
                <a:cs typeface="Segoe UI"/>
              </a:rPr>
              <a:t>Arkive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47A68-832F-4B54-AE4A-5E8E522D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rPr>
              <a:t>本地文件压缩与归档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31CFA-3C29-47CD-B707-060EA211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05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rPr>
              <a:t>压缩输出可用，完整原件有备份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28C24-DC59-4900-BBB9-B57FA870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769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7ABB4"/>
                </a:solidFill>
                <a:latin typeface="Segoe UI"/>
                <a:ea typeface="Segoe UI"/>
                <a:cs typeface="Segoe UI"/>
              </a:rPr>
              <a:t>Electron + React + TypeScript</a:t>
            </a:r>
          </a:p>
        </p:txBody>
      </p:sp>
    </p:spTree>
    <p:extLst>
      <p:ext uri="{BB962C8B-B14F-4D97-AF65-F5344CB8AC3E}">
        <p14:creationId xmlns:p14="http://schemas.microsoft.com/office/powerpoint/2010/main" val="8780472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6C94E-F5BA-4462-96D5-38D7097A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6F6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6F6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6F6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6F6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6F6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6F6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6F6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6F6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6F6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6F6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6F6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6F6F8"/>
                </a:solidFill>
                <a:latin typeface="Microsoft YaHei"/>
                <a:ea typeface="Microsoft YaHei"/>
                <a:cs typeface="Microsoft YaHei"/>
              </a:rPr>
              <a:t>压缩之后，原件与结果各有去处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B08F3-67B6-4D68-9DDE-75A339E1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rPr>
              <a:t>处理流程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3E5CD-35C9-4BEB-910F-8055674C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rPr>
              <a:t>01  先校验压缩输出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3085B-A3D7-4382-958C-BA2FF3D1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rPr>
              <a:t>确认输出有效，再判断体积收益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DD4F5-813D-4912-96E9-774CD1A8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rPr>
              <a:t>02  保存完整原件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A1F3C-9D24-4CD2-B3EA-962FD7EC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rPr>
              <a:t>有收益时，将原件移入 Backup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29C88-A2D2-4EEA-A94F-03238468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1F2F5"/>
                </a:solidFill>
                <a:latin typeface="Microsoft YaHei"/>
                <a:ea typeface="Microsoft YaHei"/>
                <a:cs typeface="Microsoft YaHei"/>
              </a:rPr>
              <a:t>03  按需归档结果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E36C8-D04C-45CC-A4A1-05CF65FA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7ABB4"/>
                </a:solidFill>
                <a:latin typeface="Microsoft YaHei"/>
                <a:ea typeface="Microsoft YaHei"/>
                <a:cs typeface="Microsoft YaHei"/>
              </a:rPr>
              <a:t>压缩副本进入 Archive，并记录状态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6D3DB-90AA-4706-8608-69E34FFC58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abd47b6c6445c"/>
          <a:stretch xmlns:a="http://schemas.openxmlformats.org/drawingml/2006/main"/>
        </p:blipFill>
        <p:spPr>
          <a:xfrm xmlns:a="http://schemas.openxmlformats.org/drawingml/2006/main">
            <a:off x="5686425" y="1783046"/>
            <a:ext cx="5819775" cy="394913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B4DFA-1EFC-4030-B8E7-147D01F4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7ABB4"/>
                </a:solidFill>
                <a:latin typeface="Segoe UI"/>
                <a:ea typeface="Segoe UI"/>
                <a:cs typeface="Segoe UI"/>
              </a:rPr>
              <a:t>Arkive / Techathon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1174F-74DF-4606-B569-9A6504A8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1275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1275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1275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1275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1275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1275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1275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1275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1275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7ABB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7ABB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144982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92159-3BF2-437B-9F9E-73E72F6CBE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a538af4e5444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A67F3-B0B2-426B-836C-42811F12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F2F7F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550" b="1">
                <a:solidFill>
                  <a:srgbClr val="F2F7F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550" b="1">
                <a:solidFill>
                  <a:srgbClr val="F2F7F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550" b="1">
                <a:solidFill>
                  <a:srgbClr val="F2F7F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550" b="1">
                <a:solidFill>
                  <a:srgbClr val="F2F7F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550" b="1">
                <a:solidFill>
                  <a:srgbClr val="F2F7F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550" b="1">
                <a:solidFill>
                  <a:srgbClr val="F2F7F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550" b="1">
                <a:solidFill>
                  <a:srgbClr val="F2F7F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550" b="1">
                <a:solidFill>
                  <a:srgbClr val="F2F7F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550" b="1">
                <a:solidFill>
                  <a:srgbClr val="F2F7F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7FD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Arkive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73B08-A689-4A5E-B12D-79842E19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71675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rPr>
              <a:t>本地文件的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572C5-730E-4C9D-8E83-40C52210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rPr>
              <a:t>压缩与归档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763AE-B49F-4E27-8FD7-44F15BA7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9525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rPr>
              <a:t>可直接操作，也可通过 Agent 调用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E35C2-1807-4EFC-B589-26ED4530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78B7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78B7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78B7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78B7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78B7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78B7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78B7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78B7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78B7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78B7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8B7F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78B7FF"/>
                </a:solidFill>
                <a:latin typeface="Segoe UI"/>
                <a:ea typeface="Segoe UI"/>
                <a:cs typeface="Segoe UI"/>
              </a:rPr>
              <a:t>TECHATHON 2026</a:t>
            </a:r>
          </a:p>
        </p:txBody>
      </p:sp>
    </p:spTree>
    <p:extLst>
      <p:ext uri="{BB962C8B-B14F-4D97-AF65-F5344CB8AC3E}">
        <p14:creationId xmlns:p14="http://schemas.microsoft.com/office/powerpoint/2010/main" val="9574961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AA98D-B4C3-4F5A-8AEF-E4E23CBF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F7FF"/>
                </a:solidFill>
                <a:latin typeface="Microsoft YaHei"/>
                <a:ea typeface="Microsoft YaHei"/>
                <a:cs typeface="Microsoft YaHei"/>
              </a:rPr>
              <a:t>压缩与归档，共用一套处理流程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A3EAB-1198-4CD2-8562-F4EAE242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62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rPr>
              <a:t>界面操作与 Agent 工具连接相同的业务服务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D25E0-42C4-4E75-85F3-455F5D808A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7494fd91f4c40"/>
          <a:stretch xmlns:a="http://schemas.openxmlformats.org/drawingml/2006/main"/>
        </p:blipFill>
        <p:spPr>
          <a:xfrm xmlns:a="http://schemas.openxmlformats.org/drawingml/2006/main">
            <a:off x="1580899" y="2276475"/>
            <a:ext cx="5305926" cy="3600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3CD0B-9F00-4C8E-8C08-785EF3A6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95525"/>
            <a:ext cx="333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rPr>
              <a:t>完整原件备份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F4F62-6FD4-4B15-9048-51654549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rPr>
              <a:t>有体积收益后备份原件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53DA3-0E08-4F8E-857D-6FCD1A5F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rPr>
              <a:t>无收益时保留原件原位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0B5DE-6D62-4665-86CE-CDF99039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333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8B7FF"/>
                </a:solidFill>
                <a:latin typeface="Microsoft YaHei"/>
                <a:ea typeface="Microsoft YaHei"/>
                <a:cs typeface="Microsoft YaHei"/>
              </a:rPr>
              <a:t>归档与检索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EB488-2D37-4B98-A911-88E0068B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672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FE9F7"/>
                </a:solidFill>
                <a:latin typeface="Microsoft YaHei"/>
                <a:ea typeface="Microsoft YaHei"/>
                <a:cs typeface="Microsoft YaHei"/>
              </a:rPr>
              <a:t>校验压缩副本后发布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B4346-D8EA-43C7-804C-233ECC68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673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0B5CC"/>
                </a:solidFill>
                <a:latin typeface="Microsoft YaHei"/>
                <a:ea typeface="Microsoft YaHei"/>
                <a:cs typeface="Microsoft YaHei"/>
              </a:rPr>
              <a:t>按文件名、标签、日期查询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01A31-4C09-4A32-8B54-E0EEFAA6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A0B5C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A0B5C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A0B5C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A0B5C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A0B5C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A0B5C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A0B5C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A0B5C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A0B5C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A0B5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0B5C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0B5CC"/>
                </a:solidFill>
                <a:latin typeface="Segoe UI"/>
                <a:ea typeface="Segoe UI"/>
                <a:cs typeface="Segoe UI"/>
              </a:rPr>
              <a:t>Arkive / Techathon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F0DAD-FB8A-419C-943A-3A1B5A8A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0B5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1275" b="0">
                <a:solidFill>
                  <a:srgbClr val="A0B5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1275" b="0">
                <a:solidFill>
                  <a:srgbClr val="A0B5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1275" b="0">
                <a:solidFill>
                  <a:srgbClr val="A0B5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1275" b="0">
                <a:solidFill>
                  <a:srgbClr val="A0B5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1275" b="0">
                <a:solidFill>
                  <a:srgbClr val="A0B5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1275" b="0">
                <a:solidFill>
                  <a:srgbClr val="A0B5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1275" b="0">
                <a:solidFill>
                  <a:srgbClr val="A0B5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1275" b="0">
                <a:solidFill>
                  <a:srgbClr val="A0B5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1275" b="0">
                <a:solidFill>
                  <a:srgbClr val="A0B5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0B5C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0B5CC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185295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E9432-EBD9-4300-8918-90183FCFF4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4941733f740c7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D9998-0F77-4957-A50F-B34DE77F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590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00" b="1">
                <a:solidFill>
                  <a:srgbClr val="F2F5F1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7200" b="1">
                <a:solidFill>
                  <a:srgbClr val="F2F5F1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7200" b="1">
                <a:solidFill>
                  <a:srgbClr val="F2F5F1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7200" b="1">
                <a:solidFill>
                  <a:srgbClr val="F2F5F1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7200" b="1">
                <a:solidFill>
                  <a:srgbClr val="F2F5F1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7200" b="1">
                <a:solidFill>
                  <a:srgbClr val="F2F5F1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7200" b="1">
                <a:solidFill>
                  <a:srgbClr val="F2F5F1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7200" b="1">
                <a:solidFill>
                  <a:srgbClr val="F2F5F1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7200" b="1">
                <a:solidFill>
                  <a:srgbClr val="F2F5F1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7200" b="1">
                <a:solidFill>
                  <a:srgbClr val="F2F5F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F2F5F1"/>
                </a:solidFill>
                <a:latin typeface="Consolas"/>
                <a:ea typeface="Consolas"/>
                <a:cs typeface="Consolas"/>
              </a:defRPr>
            </a:pPr>
            <a:r>
              <a:rPr sz="7200" b="1">
                <a:solidFill>
                  <a:srgbClr val="F2F5F1"/>
                </a:solidFill>
                <a:latin typeface="Consolas"/>
                <a:ea typeface="Consolas"/>
                <a:cs typeface="Consolas"/>
              </a:rPr>
              <a:t>ARKIVE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F896B-0B2B-439E-A660-657FEABB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7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7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7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7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7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7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7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7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7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LOCAL FILE WORKSPACE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F9E38-A58B-4D4C-A9FD-9378C0A0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F2F5F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F2F5F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F2F5F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F2F5F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F2F5F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F2F5F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F2F5F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F2F5F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F2F5F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F2F5F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2F5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2F5F1"/>
                </a:solidFill>
                <a:latin typeface="Microsoft YaHei"/>
                <a:ea typeface="Microsoft YaHei"/>
                <a:cs typeface="Microsoft YaHei"/>
              </a:rPr>
              <a:t>文件压缩与归档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09027-5729-40A8-BA01-BB556FE0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86225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rPr>
              <a:t>完整原件备份 · 处理状态可追踪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7F00C-A575-4A1E-B13A-23EEF01A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TECHATHON / 2026</a:t>
            </a:r>
          </a:p>
        </p:txBody>
      </p:sp>
    </p:spTree>
    <p:extLst>
      <p:ext uri="{BB962C8B-B14F-4D97-AF65-F5344CB8AC3E}">
        <p14:creationId xmlns:p14="http://schemas.microsoft.com/office/powerpoint/2010/main" val="2366392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3C941-2236-44DA-83B0-E36A58C9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8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8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8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8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8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8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8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8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8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01 / FILE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57305-5125-4E50-ABDD-6E699C13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每个文件，保留清楚的处理记录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D6E8A-A62E-4B22-B199-3869A484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809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DB769-312B-4DCA-BAFF-DD32763B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574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rPr>
              <a:t>压缩输出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3EABC-B2CE-4C33-8CFB-76FEB222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95575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rPr>
              <a:t>有效且体积减小，才进入原件备份流程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4ADCD-A155-4857-83CC-ABB99804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809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A047D-6AA4-49B2-9494-7F20668B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194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rPr>
              <a:t>完整原件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7FF9B-4088-430E-813E-767D5ABC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57575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rPr>
              <a:t>Backup 保留完整原件；无收益时保持原位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48E95-0A90-4EBC-B0B0-3302DE57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809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8565D-C59F-44ED-8009-D8B7E68F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814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rPr>
              <a:t>归档副本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41835-CF71-4DFD-978C-1311EDE1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19575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rPr>
              <a:t>Archive 保存压缩副本，复制后校验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E1263-AF9D-403F-9760-0AA343C7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3475"/>
            <a:ext cx="809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6FB4B-49C2-40C3-AF30-3C4FF055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434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EF4EE"/>
                </a:solidFill>
                <a:latin typeface="Microsoft YaHei"/>
                <a:ea typeface="Microsoft YaHei"/>
                <a:cs typeface="Microsoft YaHei"/>
              </a:rPr>
              <a:t>持久化记录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A0E6B-F734-46C1-8C7E-EFD2B371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981575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7B8AE"/>
                </a:solidFill>
                <a:latin typeface="Microsoft YaHei"/>
                <a:ea typeface="Microsoft YaHei"/>
                <a:cs typeface="Microsoft YaHei"/>
              </a:rPr>
              <a:t>SQLite 记录路径与状态，支持后续查询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A96DA-F904-4D8A-AEC1-2CB3FE60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A7B8AE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A7B8AE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A7B8AE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A7B8AE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A7B8AE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A7B8AE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A7B8AE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A7B8AE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A7B8AE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A7B8A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7B8A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7B8AE"/>
                </a:solidFill>
                <a:latin typeface="Segoe UI"/>
                <a:ea typeface="Segoe UI"/>
                <a:cs typeface="Segoe UI"/>
              </a:rPr>
              <a:t>Arkive / Techathon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8BBE2-536A-4F11-B239-834196D6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7B8AE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1275" b="0">
                <a:solidFill>
                  <a:srgbClr val="A7B8AE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1275" b="0">
                <a:solidFill>
                  <a:srgbClr val="A7B8AE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1275" b="0">
                <a:solidFill>
                  <a:srgbClr val="A7B8AE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1275" b="0">
                <a:solidFill>
                  <a:srgbClr val="A7B8AE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1275" b="0">
                <a:solidFill>
                  <a:srgbClr val="A7B8AE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1275" b="0">
                <a:solidFill>
                  <a:srgbClr val="A7B8AE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1275" b="0">
                <a:solidFill>
                  <a:srgbClr val="A7B8AE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1275" b="0">
                <a:solidFill>
                  <a:srgbClr val="A7B8AE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1275" b="0">
                <a:solidFill>
                  <a:srgbClr val="A7B8A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7B8A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7B8AE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79703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0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7B6CF-BC18-42C2-957A-B3308DD7CA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39ccdbe3441c6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2B00C-1A08-42B8-B500-1109C2A5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B6A8C5"/>
                </a:solidFill>
                <a:latin typeface="Segoe UI"/>
                <a:ea typeface="Segoe UI"/>
                <a:cs typeface="Segoe UI"/>
              </a:rPr>
              <a:t>TECHATHON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A64B0-A4F8-4FBD-952C-5F064430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90750"/>
            <a:ext cx="5429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100" b="1">
                <a:solidFill>
                  <a:srgbClr val="F6F1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8100" b="1">
                <a:solidFill>
                  <a:srgbClr val="F6F1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8100" b="1">
                <a:solidFill>
                  <a:srgbClr val="F6F1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8100" b="1">
                <a:solidFill>
                  <a:srgbClr val="F6F1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8100" b="1">
                <a:solidFill>
                  <a:srgbClr val="F6F1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8100" b="1">
                <a:solidFill>
                  <a:srgbClr val="F6F1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8100" b="1">
                <a:solidFill>
                  <a:srgbClr val="F6F1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8100" b="1">
                <a:solidFill>
                  <a:srgbClr val="F6F1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8100" b="1">
                <a:solidFill>
                  <a:srgbClr val="F6F1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8100" b="1">
                <a:solidFill>
                  <a:srgbClr val="F6F1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8100" b="1">
                <a:solidFill>
                  <a:srgbClr val="F6F1FC"/>
                </a:solidFill>
                <a:latin typeface="Segoe UI"/>
                <a:ea typeface="Segoe UI"/>
                <a:cs typeface="Segoe UI"/>
              </a:defRPr>
            </a:pPr>
            <a:r>
              <a:rPr sz="8100" b="1">
                <a:solidFill>
                  <a:srgbClr val="F6F1FC"/>
                </a:solidFill>
                <a:latin typeface="Segoe UI"/>
                <a:ea typeface="Segoe UI"/>
                <a:cs typeface="Segoe UI"/>
              </a:rPr>
              <a:t>Arkive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78AFD-9051-44C7-8724-65AD5F6A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5476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rPr>
              <a:t>为文件留出空间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C9C3C-C7CC-4432-967B-88BC9776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rPr>
              <a:t>本地压缩与归档工作空间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BE351-5739-4E67-A2B6-3EC3DC1B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B6A8C5"/>
                </a:solidFill>
                <a:latin typeface="Segoe UI"/>
                <a:ea typeface="Segoe UI"/>
                <a:cs typeface="Segoe UI"/>
              </a:rPr>
              <a:t>DESKTOP FILE WORKSPACE</a:t>
            </a:r>
          </a:p>
        </p:txBody>
      </p:sp>
    </p:spTree>
    <p:extLst>
      <p:ext uri="{BB962C8B-B14F-4D97-AF65-F5344CB8AC3E}">
        <p14:creationId xmlns:p14="http://schemas.microsoft.com/office/powerpoint/2010/main" val="5816716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0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2E6A8-370E-4A32-A049-2145D887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75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375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375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375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375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375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375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375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375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375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375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5F0FB"/>
                </a:solidFill>
                <a:latin typeface="Microsoft YaHei"/>
                <a:ea typeface="Microsoft YaHei"/>
                <a:cs typeface="Microsoft YaHei"/>
              </a:rPr>
              <a:t>文件变小，完整原件仍有备份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7DDA1-4E85-4CEB-9624-E78DFADA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rPr>
              <a:t>本地压缩 · 完整原件备份 · 压缩副本归档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EC7AB-B28E-4670-9B79-ED5D0CA7A5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e1d2556374fe7"/>
          <a:stretch xmlns:a="http://schemas.openxmlformats.org/drawingml/2006/main"/>
        </p:blipFill>
        <p:spPr>
          <a:xfrm xmlns:a="http://schemas.openxmlformats.org/drawingml/2006/main">
            <a:off x="3248025" y="2020321"/>
            <a:ext cx="5695950" cy="386510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7E830-A57E-47DE-9CB3-5622DC6F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rPr>
              <a:t>先校验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6DC9A-A336-43EB-8B4D-E45FBFEB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rPr>
              <a:t>输出有效且变小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EF109-BFF2-40E1-85FA-7DC43876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rPr>
              <a:t>再备份完整原件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6D27A-0B6A-44FD-8B21-25269405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0525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6BAF6"/>
                </a:solidFill>
                <a:latin typeface="Microsoft YaHei"/>
                <a:ea typeface="Microsoft YaHei"/>
                <a:cs typeface="Microsoft YaHei"/>
              </a:rPr>
              <a:t>再归档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72268-973B-415C-B98D-9FA8E158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9580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rPr>
              <a:t>保存压缩副本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EE79C-9BA9-4670-9AED-A7EF8D80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886325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6A8C5"/>
                </a:solidFill>
                <a:latin typeface="Microsoft YaHei"/>
                <a:ea typeface="Microsoft YaHei"/>
                <a:cs typeface="Microsoft YaHei"/>
              </a:rPr>
              <a:t>记录文件与状态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C0063-81E5-4975-85D8-D8FFD6A0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6A8C5"/>
                </a:solidFill>
                <a:latin typeface="Segoe UI"/>
                <a:ea typeface="Segoe UI"/>
                <a:cs typeface="Segoe UI"/>
              </a:rPr>
              <a:t>Arkive / Techathon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242FA-FCDF-4413-A86A-63157BEB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1275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1275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1275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1275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1275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1275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1275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1275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1275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B6A8C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6A8C5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26658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2026-10-17T15:09:03.0440000Z</dcterms:created>
  <dcterms:modified xsi:type="dcterms:W3CDTF">2026-10-17T15:09:03.0440000Z</dcterms:modified>
</coreProperties>
</file>