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f0e77b8d34d8b" /><Relationship Type="http://schemas.openxmlformats.org/officeDocument/2006/relationships/extended-properties" Target="/docProps/app.xml" Id="Rd78a2c45257e4eb2" /><Relationship Type="http://schemas.openxmlformats.org/officeDocument/2006/relationships/officeDocument" Target="/ppt/presentation.xml" Id="R32c73031e42b47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eb61a551f4bfa"/>
  </p:sldMasterIdLst>
  <p:notesMasterIdLst>
    <p:notesMasterId xmlns:r="http://schemas.openxmlformats.org/officeDocument/2006/relationships" r:id="R7f93e93930204814"/>
  </p:notesMasterIdLst>
  <p:sldIdLst>
    <p:sldId xmlns:r="http://schemas.openxmlformats.org/officeDocument/2006/relationships" id="256" r:id="Re9e04374e432425e"/>
    <p:sldId xmlns:r="http://schemas.openxmlformats.org/officeDocument/2006/relationships" id="257" r:id="R7ace7b9baa9743fa"/>
    <p:sldId xmlns:r="http://schemas.openxmlformats.org/officeDocument/2006/relationships" id="258" r:id="Rd7aa41e64477454d"/>
    <p:sldId xmlns:r="http://schemas.openxmlformats.org/officeDocument/2006/relationships" id="259" r:id="Rf90190aff59b4d89"/>
    <p:sldId xmlns:r="http://schemas.openxmlformats.org/officeDocument/2006/relationships" id="260" r:id="R443c14f738784fdf"/>
    <p:sldId xmlns:r="http://schemas.openxmlformats.org/officeDocument/2006/relationships" id="261" r:id="Rf9abec7d862e419a"/>
    <p:sldId xmlns:r="http://schemas.openxmlformats.org/officeDocument/2006/relationships" id="262" r:id="R7d2ae111886548a6"/>
    <p:sldId xmlns:r="http://schemas.openxmlformats.org/officeDocument/2006/relationships" id="263" r:id="Ra3c7a82d68f44c83"/>
    <p:sldId xmlns:r="http://schemas.openxmlformats.org/officeDocument/2006/relationships" id="264" r:id="Rfa12f3510bac4982"/>
    <p:sldId xmlns:r="http://schemas.openxmlformats.org/officeDocument/2006/relationships" id="265" r:id="Rb5be887be3eb4e60"/>
    <p:sldId xmlns:r="http://schemas.openxmlformats.org/officeDocument/2006/relationships" id="266" r:id="R8dc52f21bffd4df4"/>
    <p:sldId xmlns:r="http://schemas.openxmlformats.org/officeDocument/2006/relationships" id="267" r:id="R0e9a0c7954494fad"/>
    <p:sldId xmlns:r="http://schemas.openxmlformats.org/officeDocument/2006/relationships" id="268" r:id="R8ed7b2bb080140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7e20cac92848be" /><Relationship Type="http://schemas.openxmlformats.org/officeDocument/2006/relationships/slideMaster" Target="/ppt/slideMasters/slideMaster1.xml" Id="Rb12eb61a551f4bfa" /><Relationship Type="http://schemas.openxmlformats.org/officeDocument/2006/relationships/notesMaster" Target="/ppt/notesMasters/notesMaster1.xml" Id="R7f93e93930204814" /><Relationship Type="http://schemas.openxmlformats.org/officeDocument/2006/relationships/presProps" Target="/ppt/presProps.xml" Id="Rd519e974900f45fa" /><Relationship Type="http://schemas.openxmlformats.org/officeDocument/2006/relationships/tableStyles" Target="/ppt/tableStyles.xml" Id="Rbc504eb71a37481c" /><Relationship Type="http://schemas.openxmlformats.org/officeDocument/2006/relationships/slide" Target="/ppt/slides/slide1.xml" Id="Re9e04374e432425e" /><Relationship Type="http://schemas.openxmlformats.org/officeDocument/2006/relationships/slide" Target="/ppt/slides/slide2.xml" Id="R7ace7b9baa9743fa" /><Relationship Type="http://schemas.openxmlformats.org/officeDocument/2006/relationships/slide" Target="/ppt/slides/slide3.xml" Id="Rd7aa41e64477454d" /><Relationship Type="http://schemas.openxmlformats.org/officeDocument/2006/relationships/slide" Target="/ppt/slides/slide4.xml" Id="Rf90190aff59b4d89" /><Relationship Type="http://schemas.openxmlformats.org/officeDocument/2006/relationships/slide" Target="/ppt/slides/slide5.xml" Id="R443c14f738784fdf" /><Relationship Type="http://schemas.openxmlformats.org/officeDocument/2006/relationships/slide" Target="/ppt/slides/slide6.xml" Id="Rf9abec7d862e419a" /><Relationship Type="http://schemas.openxmlformats.org/officeDocument/2006/relationships/slide" Target="/ppt/slides/slide7.xml" Id="R7d2ae111886548a6" /><Relationship Type="http://schemas.openxmlformats.org/officeDocument/2006/relationships/slide" Target="/ppt/slides/slide8.xml" Id="Ra3c7a82d68f44c83" /><Relationship Type="http://schemas.openxmlformats.org/officeDocument/2006/relationships/slide" Target="/ppt/slides/slide9.xml" Id="Rfa12f3510bac4982" /><Relationship Type="http://schemas.openxmlformats.org/officeDocument/2006/relationships/slide" Target="/ppt/slides/slide10.xml" Id="Rb5be887be3eb4e60" /><Relationship Type="http://schemas.openxmlformats.org/officeDocument/2006/relationships/slide" Target="/ppt/slides/slide11.xml" Id="R8dc52f21bffd4df4" /><Relationship Type="http://schemas.openxmlformats.org/officeDocument/2006/relationships/slide" Target="/ppt/slides/slide12.xml" Id="R0e9a0c7954494fad" /><Relationship Type="http://schemas.openxmlformats.org/officeDocument/2006/relationships/slide" Target="/ppt/slides/slide13.xml" Id="R8ed7b2bb080140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a81ff000d140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0abc9eb03d48d5" /><Relationship Type="http://schemas.openxmlformats.org/officeDocument/2006/relationships/notesMaster" Target="/ppt/notesMasters/notesMaster1.xml" Id="R0ad9712721364e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00d2275fb44911" /><Relationship Type="http://schemas.openxmlformats.org/officeDocument/2006/relationships/notesMaster" Target="/ppt/notesMasters/notesMaster1.xml" Id="R5923726c1f31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fd73d1c724fe3" /><Relationship Type="http://schemas.openxmlformats.org/officeDocument/2006/relationships/notesMaster" Target="/ppt/notesMasters/notesMaster1.xml" Id="R2dc61124c2ec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cb9621dee4fea" /><Relationship Type="http://schemas.openxmlformats.org/officeDocument/2006/relationships/notesMaster" Target="/ppt/notesMasters/notesMaster1.xml" Id="Red240bbf436f4d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0202139e7d48a9" /><Relationship Type="http://schemas.openxmlformats.org/officeDocument/2006/relationships/notesMaster" Target="/ppt/notesMasters/notesMaster1.xml" Id="R587e6f13a22342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913d6642e84c2e" /><Relationship Type="http://schemas.openxmlformats.org/officeDocument/2006/relationships/notesMaster" Target="/ppt/notesMasters/notesMaster1.xml" Id="Re93cf95bf334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c380ceb3a44536" /><Relationship Type="http://schemas.openxmlformats.org/officeDocument/2006/relationships/notesMaster" Target="/ppt/notesMasters/notesMaster1.xml" Id="Rcbe113f65dce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53773bfd5147a0" /><Relationship Type="http://schemas.openxmlformats.org/officeDocument/2006/relationships/notesMaster" Target="/ppt/notesMasters/notesMaster1.xml" Id="R48c1cefcb06c4b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3a284688364760" /><Relationship Type="http://schemas.openxmlformats.org/officeDocument/2006/relationships/notesMaster" Target="/ppt/notesMasters/notesMaster1.xml" Id="Re7d2cf68bb3b40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a0268f79b646f0" /><Relationship Type="http://schemas.openxmlformats.org/officeDocument/2006/relationships/notesMaster" Target="/ppt/notesMasters/notesMaster1.xml" Id="R8f964babeebc49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8cdd50935e4127" /><Relationship Type="http://schemas.openxmlformats.org/officeDocument/2006/relationships/notesMaster" Target="/ppt/notesMasters/notesMaster1.xml" Id="R5de88d599d2747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ae48f074b94750" /><Relationship Type="http://schemas.openxmlformats.org/officeDocument/2006/relationships/notesMaster" Target="/ppt/notesMasters/notesMaster1.xml" Id="R62db92a6c29242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194dd6aa4b4a46" /><Relationship Type="http://schemas.openxmlformats.org/officeDocument/2006/relationships/notesMaster" Target="/ppt/notesMasters/notesMaster1.xml" Id="Rd0b3569bf501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大家好，我们是 Arkive。我们面向那些不常用、却仍有价值的存量文件，提供本地压缩、原件备份和归档找回。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视觉：封面为 AI 生成的抽象归档意象，不是产品截图。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C:/Users/steph/Desktop/arkive-demo/README.md</a:t>
            </a:r>
          </a:p>
          <a:p xmlns:a="http://schemas.openxmlformats.org/drawingml/2006/main">
            <a:r>
              <a:t>C:/Users/steph/Desktop/arkive-doc/plan.md</a:t>
            </a:r>
          </a:p>
          <a:p xmlns:a="http://schemas.openxmlformats.org/drawingml/2006/main">
            <a:r>
              <a:t>团队成员与分工：用户在本聊天中提供，2026-10-17。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拍摄留下的视频、项目附件和多次下载的同一份资料，会慢慢占满磁盘。它们还有价值，用户很难直接删除。逐个找文件、查参数、担心处理后打不开，也让整理不断推迟。Arkive 关注的就是这类文件。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问题与用户场景来自项目规划，属于产品假设，尚无用户研究或市场规模统计。视觉为 AI 生成的抽象文件堆。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C:/Users/steph/Desktop/arkive-doc/plan.md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Arkive 把文件处理放在一个桌面工作空间里。用户可以直接选择文件压缩，也可以让 Agent 协助检查和串联操作。压缩后的完整原件进入备份，适合保留的压缩结果再归档，通过文件名、标签和日期找回。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右侧为现有前端代码的夜间主题渲染预览，未接入 Electron 桥接；仅证明界面外观，不能作为业务执行证据。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C:/Users/steph/Desktop/arkive-demo/README.md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C:/Users/steph/Desktop/arkive-demo/src/renderer/src/App.tsx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不同文件不能套用同一组压缩参数。视频通过 FFmpeg 和 ab-av1 搜索质量参数，图片使用 Sharp 与 pngquant，PDF 结合 Ghostscript 和 qpdf，Office 则处理包内媒体并校验整个文档。我们的工作是把这些能力统一接到文件级校验、原件处理和状态反馈上。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视频抽样 VMAF 仅用于参数选择；图片质量评分是参考，不是视觉无损保证。Office 复杂素材、不同应用版本的打开编辑效果需另行验收。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C:/Users/steph/Desktop/arkive-demo/src/main/modules/image-compression/README.md</a:t>
            </a:r>
          </a:p>
          <a:p xmlns:a="http://schemas.openxmlformats.org/drawingml/2006/main">
            <a:r>
              <a:t>C:/Users/steph/Desktop/arkive-demo/resources/tools/darwin-arm64/AB-AV1.md</a:t>
            </a:r>
          </a:p>
          <a:p xmlns:a="http://schemas.openxmlformats.org/drawingml/2006/main">
            <a:r>
              <a:t>C:/Users/steph/Desktop/arkive-demo/src/main/modules/pdf-compression/README.md</a:t>
            </a:r>
          </a:p>
          <a:p xmlns:a="http://schemas.openxmlformats.org/drawingml/2006/main">
            <a:r>
              <a:t>C:/Users/steph/Desktop/arkive-demo/src/main/modules/office-compression/README.md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压缩结束不是流程的终点。对普通图片、视频和 PDF，输出有效且体积更小后，我们才将完整原件移入 Backup；无收益时原件保持原位。Archive 则保存可打开的压缩副本，复制并校验后发布，写入 SQLite。两者分开，可以清楚回答原件在哪里、处理是否完成、失败后怎么重试。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普通媒体流程与 Office 原路径替换不同。完整备份与额外副本仍占磁盘，savedBytes 不能直接认定为实际释放空间。归档后保留原位置链接是默认关闭的试用开关，不保证随外部移动自动维护。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C:/Users/steph/Desktop/arkive-demo/src/main/modules/catalog/service.ts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对于内容完全相同的重复文件，Arkive 接入了 APFS 克隆替换。先只读检测，再对用户明确授权的路径逐项核对，使用写时复制共享底层内容。两条路径都保留，后续修改互不影响。这项能力限制在同一 APFS 卷上，实际空间收益需要结合快照和共享块状态评估。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 Service、Task 与 Agent Tool，macOS 实机验收与真实模型端到端联测需分别完成。逻辑共享字节不是实测释放量；diskSpaceReclaimedBytes 固定为 null。图为机制隐喻，不是物理块布局。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C:/Users/steph/Desktop/arkive-demo/src/main/modules/duplicate-detection/README.md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  <a:p xmlns:a="http://schemas.openxmlformats.org/drawingml/2006/main">
            <a:r>
              <a:t>C:/Users/steph/Desktop/arkive-demo/native/apfs-dedupe.c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是另一种入口。比如用户可以要求，先检查一个文件夹，再给出压缩与去重方案，确认后执行。Pi SDK 通过工具调用连接已有业务服务，界面展示运行、返回和错误状态。Agent 负责理解和解释，文件操作继续由本地服务处理。真实模型的选工具与授权理解仍需要场景联测。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右侧是现有 Electron 测试界面的截图，不是本轮真实模型推理结果。授权策略主要由系统提示约束，并非所有工具统一具备程序强制确认层。模型对话请求可能联网。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C:/Users/steph/Desktop/arkive-demo/src/main/modules/agent/session.ts</a:t>
            </a:r>
          </a:p>
          <a:p xmlns:a="http://schemas.openxmlformats.org/drawingml/2006/main">
            <a:r>
              <a:t>C:/Users/steph/Desktop/arkive-demo/src/main/modules/agent/tools.ts</a:t>
            </a:r>
          </a:p>
          <a:p xmlns:a="http://schemas.openxmlformats.org/drawingml/2006/main">
            <a:r>
              <a:t>C:/Users/steph/Desktop/arkive-demo/src/main/modules/agent/prompt.ts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架构上，我们把交互入口和文件处理解耦。React 界面与 Agent 都通过明确的业务操作进入 Task 队列，复用检查、压缩和归档流程。底层工具负责特定格式处理，Catalog 记录路径与状态。自主设计主要体现在跨入口的一致流程、原件与结果的管理，以及 APFS 去重事务与异常恢复。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队列只在当前进程内存在，不能将其描述为持久化任务历史。Catalog 与 APFS 恢复数据分别持久化。基础编解码和模型能力来自第三方，见附录 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C:/Users/steph/Desktop/arkive-demo/src/main/tasks/README.md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  <a:p xmlns:a="http://schemas.openxmlformats.org/drawingml/2006/main">
            <a:r>
              <a:t>C:/Users/steph/Desktop/arkive-demo/src/main/modules/agent/tools.ts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用一份样本展示完整流程。先选择文件和输出位置，执行压缩，查看实际结果和原件备份位置。随后归档压缩结果，设置标签，再到我的归档按名称或标签找到并打开。若现场网络不可用，基础文件压缩与归档仍走本地路径；Agent 环节可以使用截图解释调用流程。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建议分配：选择与启动 10 秒、等待与结果 20 秒、查看完整备份 10 秒、归档和标签 15 秒、检索与打开 15 秒。选用会产生实际体积收益的小样本，长视频不要临场等待编码。截图来自生成样本的真实 Electron 测试结果。该页为静态备用材料，不冒充现场 Demo 或已准备的视频。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C:/Users/steph/Desktop/arkive-demo/docs/windows-fix-verification-2026-10-17.md</a:t>
            </a:r>
          </a:p>
          <a:p xmlns:a="http://schemas.openxmlformats.org/drawingml/2006/main">
            <a:r>
              <a:t>C:/Users/steph/Desktop/arkive-demo/src/renderer/src/components/CompressionPage.tsx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下一步，我们会把已有能力扩展到整批存量文件：接入基于已知信息的 AI 标签建议，完善冷数据报告，以及微信可读附件的场景流程。这些会作为后续集成与规划展开。团队中，葛俊辉负责后端，方子硕负责界面与测试。Arkive 希望让用户保留重要文件时，也能更容易地处理和找回。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标签推荐已有独立 Service，元数据采集、IPC 与界面推荐尚未接线。冷数据报告与微信附件专用编排属于规划，不代表支持扫描加密数据库、自动清空微信或自动 OCR。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C:/Users/steph/Desktop/arkive-doc/plan.md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团队成员与分工：用户在本聊天中提供，2026-10-17。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 5 分钟主讲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 2026 年 10 月 17 日 Windows 修复与回归报告，29 项队列、解析和路径保护测试，加 5 项文件操作回归，共 34 项单元测试通过；30 项综合功能检查通过；7 项限制或待实现单独保留。这些结果来自已有的 Windows 回归报告，不能代替 macOS 专项验收。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真实模型由本地 HTTP 响应夹具替代；APFS、Finder、Mole 和随包媒体工具的 macOS 实机表现不能由 Windows 检查替代。原报告的 ESLint 有既有 CRLF 格式警告，不声称无警告。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C:/Users/steph/Desktop/arkive-demo/docs/windows-fix-verification-2026-10-17.md</a:t>
            </a:r>
          </a:p>
          <a:p xmlns:a="http://schemas.openxmlformats.org/drawingml/2006/main">
            <a:r>
              <a:t>C:/Users/steph/Desktop/arkive-demo/docs/windows-test-report-2026-10-17.md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 5 分钟主讲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实现状态和验证范围分别说明。Windows 已有样本验证不等于 Mac 上的所有能力通过；Service 已存在也不等于前端完整接入。未来场景包括标签建议联动、冷数据报告和微信附件编排，均按具体状态说明。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微信场景限定为可读附件，排除加密数据库与加密图片处理承诺。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C:/Users/steph/Desktop/arkive-demo/docs/windows-fix-verification-2026-10-17.md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  <a:p xmlns:a="http://schemas.openxmlformats.org/drawingml/2006/main">
            <a:r>
              <a:t>C:/Users/steph/Desktop/arkive-demo/src/main/modules/mole/README.md</a:t>
            </a:r>
          </a:p>
          <a:p xmlns:a="http://schemas.openxmlformats.org/drawingml/2006/main">
            <a:r>
              <a:t>C:/Users/steph/Desktop/arkive-doc/plan.md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 5 分钟主讲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Arkive 自主设计的是产品交互、跨入口业务编排、文件保护与状态管理、APFS 去重事务和恢复。编解码器、重复检测、Agent 框架等来自第三方。分发工具的版本、来源、哈希和许可记录在 manifest 与 licenses 目录；本页只用于说明技术来源，不替代完整的第三方声明。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FFmpeg/FFprobe、Mole、Ghostscript、pngquant 等许可不同，应以随包 manifest 与各工具许可证原文为准。不把集成已有编解码器写成自研算法。部署方式见项目 README 与 macOS 安装检查文档，签名、公证和生产安装仍需独立验证。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C:/Users/steph/Desktop/arkive-demo/package.json</a:t>
            </a:r>
          </a:p>
          <a:p xmlns:a="http://schemas.openxmlformats.org/drawingml/2006/main">
            <a:r>
              <a:t>C:/Users/steph/Desktop/arkive-demo/resources/tools/darwin-arm64/manifest.json</a:t>
            </a:r>
          </a:p>
          <a:p xmlns:a="http://schemas.openxmlformats.org/drawingml/2006/main">
            <a:r>
              <a:t>C:/Users/steph/Desktop/arkive-demo/src/main/tasks/README.md</a:t>
            </a:r>
          </a:p>
          <a:p xmlns:a="http://schemas.openxmlformats.org/drawingml/2006/main">
            <a:r>
              <a:t>C:/Users/steph/Desktop/arkive-demo/src/main/modules/catalog/README.md</a:t>
            </a:r>
          </a:p>
          <a:p xmlns:a="http://schemas.openxmlformats.org/drawingml/2006/main">
            <a:r>
              <a:t>C:/Users/steph/Desktop/arkive-demo/src/main/modules/clone-deduplication/README.md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64ea25a9649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151ce52bc4c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0ef7efb564b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8e4df73a04a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2247ba78f49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376ad4898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6482D5-D3F0-4EF5-975E-A12E41F2A4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97544B-64DE-460D-B9DA-2EBCE6B10D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9649E6-6A43-49AE-994E-C60BCC82B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306084-A40D-4D66-B3E3-7880D5A16B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DAD00A-7E8D-4251-904A-5F1B2E12FE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CA1DB5-BE27-4F46-B53A-60E1B3ACE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AFEA0F-C600-4AFA-80EA-A7DEDBD758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5DB5A6-E326-4701-987A-3A5C4F42FA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15FE29-A8EB-4AB7-95EA-889CDE3F84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B414A8-D644-4070-B8CF-B9F5BEAD5C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36157b2a904056" /><Relationship Type="http://schemas.openxmlformats.org/officeDocument/2006/relationships/slideLayout" Target="/ppt/slideLayouts/slideLayout1.xml" Id="R89d5c3744fd544c3" /><Relationship Type="http://schemas.openxmlformats.org/officeDocument/2006/relationships/slideLayout" Target="/ppt/slideLayouts/slideLayout2.xml" Id="R3ab96eb9b97249c9" /><Relationship Type="http://schemas.openxmlformats.org/officeDocument/2006/relationships/slideLayout" Target="/ppt/slideLayouts/slideLayout3.xml" Id="Rfd5542d540754ab3" /><Relationship Type="http://schemas.openxmlformats.org/officeDocument/2006/relationships/slideLayout" Target="/ppt/slideLayouts/slideLayout4.xml" Id="Rff742711c88b460d" /><Relationship Type="http://schemas.openxmlformats.org/officeDocument/2006/relationships/slideLayout" Target="/ppt/slideLayouts/slideLayout5.xml" Id="R38fa44820bd74449" /><Relationship Type="http://schemas.openxmlformats.org/officeDocument/2006/relationships/slideLayout" Target="/ppt/slideLayouts/slideLayout6.xml" Id="Re101198fb6ef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d5c3744fd544c3"/>
    <p:sldLayoutId xmlns:r="http://schemas.openxmlformats.org/officeDocument/2006/relationships" id="2147483650" r:id="R3ab96eb9b97249c9"/>
    <p:sldLayoutId xmlns:r="http://schemas.openxmlformats.org/officeDocument/2006/relationships" id="2147483651" r:id="Rfd5542d540754ab3"/>
    <p:sldLayoutId xmlns:r="http://schemas.openxmlformats.org/officeDocument/2006/relationships" id="2147483652" r:id="Rff742711c88b460d"/>
    <p:sldLayoutId xmlns:r="http://schemas.openxmlformats.org/officeDocument/2006/relationships" id="2147483653" r:id="R38fa44820bd74449"/>
    <p:sldLayoutId xmlns:r="http://schemas.openxmlformats.org/officeDocument/2006/relationships" id="2147483654" r:id="Re101198fb6ef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6f9a0d1a44ed3" /><Relationship Type="http://schemas.openxmlformats.org/officeDocument/2006/relationships/image" Target="/ppt/media/image.png" Id="R614a312658924613" /><Relationship Type="http://schemas.openxmlformats.org/officeDocument/2006/relationships/notesSlide" Target="/ppt/notesSlides/notesSlide1.xml" Id="R30f78960c7dc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770d5cb334466" /><Relationship Type="http://schemas.openxmlformats.org/officeDocument/2006/relationships/image" Target="/ppt/media/image2.png" Id="R67351fc7558a4811" /><Relationship Type="http://schemas.openxmlformats.org/officeDocument/2006/relationships/notesSlide" Target="/ppt/notesSlides/notesSlide2.xml" Id="R93c738393c4242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498057bd84257" /><Relationship Type="http://schemas.openxmlformats.org/officeDocument/2006/relationships/image" Target="/ppt/media/image3.png" Id="R96e4727a03d04139" /><Relationship Type="http://schemas.openxmlformats.org/officeDocument/2006/relationships/notesSlide" Target="/ppt/notesSlides/notesSlide3.xml" Id="Ra948d97e71f5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17c86add34e02" /><Relationship Type="http://schemas.openxmlformats.org/officeDocument/2006/relationships/notesSlide" Target="/ppt/notesSlides/notesSlide4.xml" Id="Rc37c8cb09d7f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c4fe9002064a77" /><Relationship Type="http://schemas.openxmlformats.org/officeDocument/2006/relationships/notesSlide" Target="/ppt/notesSlides/notesSlide5.xml" Id="R05783ee92147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3f49d6c604c15" /><Relationship Type="http://schemas.openxmlformats.org/officeDocument/2006/relationships/image" Target="/ppt/media/image4.png" Id="R5662b53f866e44d7" /><Relationship Type="http://schemas.openxmlformats.org/officeDocument/2006/relationships/notesSlide" Target="/ppt/notesSlides/notesSlide6.xml" Id="Rf030ee8614e5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55434f68f48a8" /><Relationship Type="http://schemas.openxmlformats.org/officeDocument/2006/relationships/image" Target="/ppt/media/image5.png" Id="R5471fa964f2a476b" /><Relationship Type="http://schemas.openxmlformats.org/officeDocument/2006/relationships/notesSlide" Target="/ppt/notesSlides/notesSlide7.xml" Id="Rb453a9a3301849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97ad569c54275" /><Relationship Type="http://schemas.openxmlformats.org/officeDocument/2006/relationships/notesSlide" Target="/ppt/notesSlides/notesSlide8.xml" Id="R6edf5ae240c94e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8d3bc7de9444c" /><Relationship Type="http://schemas.openxmlformats.org/officeDocument/2006/relationships/image" Target="/ppt/media/image6.png" Id="R4b6f51f680f7468b" /><Relationship Type="http://schemas.openxmlformats.org/officeDocument/2006/relationships/notesSlide" Target="/ppt/notesSlides/notesSlide9.xml" Id="R7f91c7aca3e047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27abe5e6c4a65" /><Relationship Type="http://schemas.openxmlformats.org/officeDocument/2006/relationships/image" Target="/ppt/media/image7.png" Id="Raa39b841ad0e4622" /><Relationship Type="http://schemas.openxmlformats.org/officeDocument/2006/relationships/notesSlide" Target="/ppt/notesSlides/notesSlide10.xml" Id="R3b4c256e382647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7c39eb4074265" /><Relationship Type="http://schemas.openxmlformats.org/officeDocument/2006/relationships/notesSlide" Target="/ppt/notesSlides/notesSlide11.xml" Id="Ra7179c2b0d644f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9995cbbcf474b" /><Relationship Type="http://schemas.openxmlformats.org/officeDocument/2006/relationships/notesSlide" Target="/ppt/notesSlides/notesSlide12.xml" Id="Rda3be3fb2c7d44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cbb9e4f3f438c" /><Relationship Type="http://schemas.openxmlformats.org/officeDocument/2006/relationships/notesSlide" Target="/ppt/notesSlides/notesSlide13.xml" Id="R68b29eabdf814c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9A169-BFCE-4412-83CF-8D648BC86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a31265892461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AAA2-9FB9-496F-B663-7E69221D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09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7500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7500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FBE28-C0EC-4966-9B6B-AEA5F16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面向存量文件的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830BC-F05A-426F-9673-7E947278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本地压缩与归档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24C7-4B68-47E5-83D8-9229D07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桌面文件工作空间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4F9BC-4409-41E2-B98F-64BF9883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葛俊辉 · 后端开发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ADDEB-88C4-4F2D-B27F-7E54AE24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方子硕 · UI 与测试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5A12F-7269-4006-9C05-D2EA17DC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TECHATHON / 2026</a:t>
            </a:r>
          </a:p>
        </p:txBody>
      </p:sp>
    </p:spTree>
    <p:extLst>
      <p:ext uri="{BB962C8B-B14F-4D97-AF65-F5344CB8AC3E}">
        <p14:creationId xmlns:p14="http://schemas.microsoft.com/office/powerpoint/2010/main" val="1595887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BDD1F-86D4-4067-8793-C3EADC951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51fc7558a481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86EFE-756E-4DE7-A50A-1F84D747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 /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21735-C0B7-4D13-BFC4-E3286B58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不常用，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97F1F-C0CA-43D5-9A75-3E5BB6EC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9077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却舍不得删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1AA31-63AE-472D-8ED0-94E0C39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拍摄素材、项目附件、重复下载的资料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7E7E7-E0EB-41F5-8C49-42619CE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628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逐个处理费时间，直接删除又怕后悔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6DC37-81A2-4E70-92E0-C217C147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目标：保留文件价值，降低整理成本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3DD7-C737-4A8F-8E1D-8725C1D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F2780-6A7B-4CB7-8CC2-56E5ABBF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9391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C9143-2F96-4D26-860E-DF3E665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 /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33938-DF7C-4FEE-A1AE-AD3DD35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一个工作空间，处理存量文件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0F594-AC0E-4700-BA2A-318F1EDD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821C2-BD06-4D2B-AE06-9E2DBD9F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2D6F2-83E3-4DDA-BDFD-A17F8EC7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压缩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030CF-7679-4BEF-9739-56AA87BB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按文件类型选择处理策略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2F7C8-F13C-46A2-B782-742B28B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归档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9208E-3CCA-4453-9815-D67DEC25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保留原件，整理压缩结果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41E5E-559E-4A10-94AB-239698E7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ACD4B8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ACD4B8"/>
                </a:solidFill>
                <a:latin typeface="Segoe UI"/>
                <a:ea typeface="Segoe UI"/>
                <a:cs typeface="Segoe UI"/>
              </a:rPr>
              <a:t>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C740C-6853-4FF7-AD15-3A424E63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自然语言调用已有业务工具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71B31-A825-4B1D-A201-20768DF681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4727a03d04139"/>
          <a:stretch xmlns:a="http://schemas.openxmlformats.org/drawingml/2006/main"/>
        </p:blipFill>
        <p:spPr>
          <a:xfrm xmlns:a="http://schemas.openxmlformats.org/drawingml/2006/main">
            <a:off x="4714875" y="2002036"/>
            <a:ext cx="6791325" cy="42445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92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80A8D-0A2E-4685-9BDF-5BA614E5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 / COMPRESSION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237B2-C90D-4C09-8C17-42BE072F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按文件类型选择压缩策略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1E3DB-E3E2-4D13-8D20-51133A6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不同格式使用不同工具，统一检查输出与处理结果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BFA8A-6ECA-4C0E-A95F-D24C05E2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776C9-A368-4E71-9D6E-FF64A77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C210E-3CE1-445C-B6E1-B4085E2A3417}"/>
              </a:ext>
            </a:extLst>
          </p:cNvPr>
          <p:cNvGraphicFramePr/>
          <p:nvPr/>
        </p:nvGraphicFramePr>
        <p:xfrm>
          <a:off xmlns:a="http://schemas.openxmlformats.org/drawingml/2006/main" x="685800" y="250507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810000"/>
                <a:gridCol w="5010150"/>
              </a:tblGrid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文件类型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采用与校验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FFmpeg + ab-av1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抽样评分选参，结构与解码检查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Sharp + pngquant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方向、尺寸、透明度与元数据检查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Ghostscript + qpdf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按档位处理并检查输出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6096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DOCX / PPTX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包内图片与视频压缩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完整文档校验，备份后原位发布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F1C75-9DED-4BC0-84D9-3C033EC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媒体压缩目标是更小的有效输出；抽样评分不等于整片视觉无损保证</a:t>
            </a:r>
          </a:p>
        </p:txBody>
      </p:sp>
    </p:spTree>
    <p:extLst>
      <p:ext uri="{BB962C8B-B14F-4D97-AF65-F5344CB8AC3E}">
        <p14:creationId xmlns:p14="http://schemas.microsoft.com/office/powerpoint/2010/main" val="792813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A79AC-C578-430E-AA3C-5C97613A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 / ARCHIVE &amp;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8B9A5-5CAF-408C-B6EE-6FFCE24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原件与压缩结果，分别保留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8AA5E-8560-4C16-8BB4-DDBD34F8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文件路径与操作状态共同进入 Catalog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B0E48-AEBA-40BB-AC57-F3C1440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15E78-4EDF-4DF6-B104-ACF683C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EF73A-624B-43D4-9F34-CAC44BC5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485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BACKUP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05D2B-261F-4DC8-B783-2631AB7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完整原件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3B358-78E3-46E4-8B39-675A790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有收益时备份；无收益时保留原位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3E324-E9D5-450B-935D-FF67EEA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保留后续核对与恢复所需的原始文件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0968F-AF67-4768-AADD-9FFA63BD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62225"/>
            <a:ext cx="5019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3225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096CE-53D9-4F00-B623-A9266A8C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67075"/>
            <a:ext cx="5019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压缩副本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A7EF9-77C5-4437-BD3E-22AAB74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243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复制后做 SHA-256 校验，再发布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9C6B6-FB9D-4C85-99D1-EF708AF6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35292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按文件名、标签和日期检索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1EEA1-A793-4535-93E2-7FDB5145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668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不覆盖已有目标 · 按记录重试 · 部分失败单独报告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E8A4A-BC80-42A0-8B04-D5A70F8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备份与额外副本仍占空间，文件体积差额不等于磁盘实际释放量</a:t>
            </a:r>
          </a:p>
        </p:txBody>
      </p:sp>
    </p:spTree>
    <p:extLst>
      <p:ext uri="{BB962C8B-B14F-4D97-AF65-F5344CB8AC3E}">
        <p14:creationId xmlns:p14="http://schemas.microsoft.com/office/powerpoint/2010/main" val="1319485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0B1DF-0557-4AF2-8BDA-2F31729652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2b53f866e44d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77947-C9D2-4BA0-812A-B334DBB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05 / APFS DEDUPLICATION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AC33C-A3A1-4DBC-919C-29702B5A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19225"/>
            <a:ext cx="657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保留路径，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EE08D-31E8-4E85-8727-FE31D779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6572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共享重复内容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59BF7-77E8-443B-B6D1-90E590F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只读检测 → 明确授权 → 克隆替换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66FB2-13F5-4F64-9AD1-D99379AC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6381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全部路径与内容保留，后续修改互不影响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D0AA9-B327-46DA-BFE6-C3F2CF48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13+ / Apple Silicon / 同一 APFS 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01E50-FBFB-4B05-9470-6C27171D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macOS 专项能力；实际空间收益需结合快照与共享块实测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70544-B929-4E02-8665-15B62699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0D9B3-155B-4C04-8006-BAE2F673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547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5344F-C9BD-4EAA-94DC-4691817F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06 / 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3A2CA-337E-4EF9-B7BB-5E80D33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Agent 串联检查、方案与执行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F23A8-DCBD-4669-A0A1-62A6261A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3F7C3-5C65-458C-B68E-E009F2FD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E707-2564-44AB-9216-54A5FDD4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用户指令示例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3B50C-286F-4651-B702-E593E5E9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“先检查这个文件夹，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907A9-4F5D-4716-B24B-EB2FFC5D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给我压缩与去重方案，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85137-3153-4BDD-A49C-F541DC0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确认后再执行。”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1EE23-2ABE-4239-B191-54E199C1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检查 → 方案 → 确认 → 工具执行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FC782-326A-40D1-B18A-2485E668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每次调用保留实际结果与失败原因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45CA3-6E90-4AEC-8C55-DAEEAEFD76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1fa964f2a476b"/>
          <a:stretch xmlns:a="http://schemas.openxmlformats.org/drawingml/2006/main"/>
        </p:blipFill>
        <p:spPr>
          <a:xfrm xmlns:a="http://schemas.openxmlformats.org/drawingml/2006/main">
            <a:off x="5888957" y="2133600"/>
            <a:ext cx="5614737" cy="3810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C73D7-EA76-488B-B26A-8ABEB401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真实模型行为待联测；本地处理文件，模型对话可能联网</a:t>
            </a:r>
          </a:p>
        </p:txBody>
      </p:sp>
    </p:spTree>
    <p:extLst>
      <p:ext uri="{BB962C8B-B14F-4D97-AF65-F5344CB8AC3E}">
        <p14:creationId xmlns:p14="http://schemas.microsoft.com/office/powerpoint/2010/main" val="1632079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12CC0-9411-4D06-9964-A45180A3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07 /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60F99-E0E1-4FA6-8D2D-61AF1C12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界面与 Agent，共用业务服务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58F27-C97C-4D31-837B-C0E95190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7208E-3EEB-4D6C-B48B-F9EA81F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2E17B-6B9D-4280-99D1-DDC3E5B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098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30671-F625-437E-8CB6-ED0EF2DA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098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交互入口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4D02A-93F9-4412-A17C-FC6FE51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React 界面 / Pi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D4C49-4F30-4DD1-AB7E-1B460E2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4322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33296-431D-4066-82FC-332EB5A6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43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任务调度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BF6DC-3EF6-417B-B788-AD12BD15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62275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Electron IPC / Task FIFO / 防重与取消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1BCD5-4A9C-48F5-9513-981F6B71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BDB15-69AB-47C2-AE81-17A6E973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业务服务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D9E21-B22A-49AE-9B49-695FD479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95700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压缩 / 原件备份 / 归档 / 去重 / 文件操作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CE4EE-CC1B-4065-8C31-1EAD451B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100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1D06E-E108-4EC8-8FE7-91EB911A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100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执行与记录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5F15F-50D5-42DF-B01C-879C2097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29125"/>
            <a:ext cx="700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随包工具 / APFS helper / SQLite Catalog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6A5BA-47B3-4D2F-BCD2-EFEE15C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自主设计重点：一致的业务流程、文件状态管理与去重恢复机制</a:t>
            </a:r>
          </a:p>
        </p:txBody>
      </p:sp>
    </p:spTree>
    <p:extLst>
      <p:ext uri="{BB962C8B-B14F-4D97-AF65-F5344CB8AC3E}">
        <p14:creationId xmlns:p14="http://schemas.microsoft.com/office/powerpoint/2010/main" val="596409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416AE-A309-44B0-B542-CCA777A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08 /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A55A9-6006-4CA0-98AB-86C5DA9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现场 Demo：处理一份真实样本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958D6-174B-42C8-8BFE-4C7AEA6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0C224-83F1-47C5-B76F-16CFE54A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E2ECA-2813-408F-86A5-0C336E06ED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f51f680f7468b"/>
          <a:stretch xmlns:a="http://schemas.openxmlformats.org/drawingml/2006/main"/>
        </p:blipFill>
        <p:spPr>
          <a:xfrm xmlns:a="http://schemas.openxmlformats.org/drawingml/2006/main">
            <a:off x="686301" y="2076450"/>
            <a:ext cx="6190247" cy="42005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22473-7A3C-48B6-BABA-6783A679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3431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0E735-F5AF-4E95-A847-0CAE8BEC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选择文件与输出位置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D84EC-2EB6-4301-A5BE-9E293A6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813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704DF-B5DE-4BDC-BD04-66D62ED9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压缩并查看原件备份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AF82A-ADB2-4AED-B2F5-3634B6D1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0195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30D76-EDEA-424A-A58F-B164E223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归档结果，添加标签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0728F-7696-45B2-9F83-721F65AB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695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22EBA-B18C-4BA0-A7D1-4E6FA247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57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检索并打开归档副本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D1128-F5B1-495C-9C88-1D70BDD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857875"/>
            <a:ext cx="3857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现场异常时，用本页截图说明流程</a:t>
            </a:r>
          </a:p>
        </p:txBody>
      </p:sp>
    </p:spTree>
    <p:extLst>
      <p:ext uri="{BB962C8B-B14F-4D97-AF65-F5344CB8AC3E}">
        <p14:creationId xmlns:p14="http://schemas.microsoft.com/office/powerpoint/2010/main" val="18093356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FEB03-C839-4B98-9313-87A997A03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9b841ad0e462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D1F33-3597-46DE-8ADE-06357418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09 /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A4FD5-A6C4-4AF8-BF47-37225D2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5925" b="1">
                <a:solidFill>
                  <a:srgbClr val="F1F5F0"/>
                </a:solidFill>
                <a:latin typeface="Consolas"/>
                <a:ea typeface="Consolas"/>
                <a:cs typeface="Consolas"/>
              </a:defRPr>
            </a:pPr>
            <a:r>
              <a:rPr sz="5925" b="1">
                <a:solidFill>
                  <a:srgbClr val="F1F5F0"/>
                </a:solidFill>
                <a:latin typeface="Consolas"/>
                <a:ea typeface="Consolas"/>
                <a:cs typeface="Consolas"/>
              </a:rPr>
              <a:t>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38A4C-0711-4C60-866F-620AE079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面向整批存量文件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76B81-C8CE-4CF8-9807-DF4E9495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62325"/>
            <a:ext cx="590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AI 标签建议联动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9C743-620A-454B-82FB-73232CE6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已有 Service，待接入界面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6F681-8980-4E7B-9F07-2CCB5B9D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冷数据报告 · 微信可读附件流程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B2CA4-FA16-494A-B55D-E5DA3686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638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规划场景，逐步接入既有处理能力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D9792-2B08-4418-A0FB-FBD206E7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葛俊辉 / 后端开发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949B7-2F36-4BCB-A2EC-792AE018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590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方子硕 / UI 与测试</a:t>
            </a:r>
          </a:p>
        </p:txBody>
      </p:sp>
    </p:spTree>
    <p:extLst>
      <p:ext uri="{BB962C8B-B14F-4D97-AF65-F5344CB8AC3E}">
        <p14:creationId xmlns:p14="http://schemas.microsoft.com/office/powerpoint/2010/main" val="609138391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49F6C1-42C1-4FEB-9A4C-68C2C09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A /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E1B58-4810-4046-88EF-64116BC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已有工程验证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AF48B-6EEE-47C8-ABE7-B15C81D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192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报告日期：2026-10-17 · Windows 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FD00C-BCB9-4BA3-972D-B1DA0EF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6C6EE-ECEF-4F9E-AF52-E0CFFE04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81F6E-5581-45C0-A0DC-05262AED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9CFC2-FC89-42B7-B796-11116BA2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项单元测试通过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B6E8B-9EBC-4E08-B6F8-68646575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71725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DE25B-1474-410A-8B72-C9210B29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8615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项综合检查通过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E065B-0825-4784-BAF2-D487E383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7172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6150" b="1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48FDB-477F-4509-9203-6976F112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项限制单独记录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F94D9-CF3F-4E59-858F-20BCDD71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实际覆盖：生成样本压缩、原件备份、归档哈希与幂等、路径保护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4ADED-3C7B-45C5-903C-56F2DB3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尚需对应环境：macOS 原生能力、真实模型行为、复杂素材标定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11739-E86C-4E96-9AF4-371F661B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这些计数属于不同测试集合，不是用户数、性能结果或压缩率</a:t>
            </a:r>
          </a:p>
        </p:txBody>
      </p:sp>
    </p:spTree>
    <p:extLst>
      <p:ext uri="{BB962C8B-B14F-4D97-AF65-F5344CB8AC3E}">
        <p14:creationId xmlns:p14="http://schemas.microsoft.com/office/powerpoint/2010/main" val="1614187870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5D74F-6D22-41A1-AECF-A1CFF8FE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B / CAPABILITY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B392E-C807-435D-AE82-1317667A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功能状态与验证范围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C7CD6-CE5A-49F9-B059-BA006A7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F8B01-06F5-4112-9A72-32CAE49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A2C48-02D5-4015-BAC8-98A39F4902DC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67125"/>
                <a:gridCol w="3143250"/>
                <a:gridCol w="4010025"/>
              </a:tblGrid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图片压缩、备份与归档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已有业务与界面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Windows 生成样本回归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视频、PDF、Office 压缩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Service 与入口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素材与平台需分别验收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APFS、Finder 与 Mole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macOS 业务接入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已有专项脚本，需实机验收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调用与授权理解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Pi SDK 与工具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真实模型端到端待联测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标签建议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Service 已有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IPC 与界面联动待接入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5334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冷数据、微信附件专用流程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规划中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后续集成与场景验证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751536"/>
      </p:ext>
    </p:extLst>
  </p:cSld>
</p:sld>
</file>

<file path=ppt/slides/slide1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B13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2971D-76CB-4D6D-AAC4-FBAAC0A4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"/>
            <a:ext cx="1078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D4B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ACD4B8"/>
                </a:solidFill>
                <a:latin typeface="Consolas"/>
                <a:ea typeface="Consolas"/>
                <a:cs typeface="Consolas"/>
              </a:rPr>
              <a:t>APPENDIX C / ATTRIBUTION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CAC26-B2BC-4B73-8A5F-EFA8C65E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自主设计与开源基础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6852A-3946-418B-BE26-64733426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3988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83988B"/>
                </a:solidFill>
                <a:latin typeface="Consolas"/>
                <a:ea typeface="Consolas"/>
                <a:cs typeface="Consolas"/>
              </a:rPr>
              <a:t>Techathon 2026 · Arkive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50E02-B57F-4A2A-B38E-1245657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defPPr>
            <a:lvl1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1pPr>
            <a:lvl2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2pPr>
            <a:lvl3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3pPr>
            <a:lvl4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4pPr>
            <a:lvl5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5pPr>
            <a:lvl6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6pPr>
            <a:lvl7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7pPr>
            <a:lvl8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8pPr>
            <a:lvl9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A8BBB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A8BBB0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A6648-9261-42BE-8F27-45E2431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CD4B8"/>
                </a:solidFill>
                <a:latin typeface="Microsoft YaHei"/>
                <a:ea typeface="Microsoft YaHei"/>
                <a:cs typeface="Microsoft YaHei"/>
              </a:rPr>
              <a:t>自主设计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AEE30-BDF4-42FC-875B-19A8CD09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1F5F0"/>
                </a:solidFill>
                <a:latin typeface="Microsoft YaHei"/>
                <a:ea typeface="Microsoft YaHei"/>
                <a:cs typeface="Microsoft YaHei"/>
              </a:rPr>
              <a:t>产品与交互 · 跨入口编排 · 文件状态与保护 · APFS 去重事务与恢复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1C24A-E0E1-4C5E-AD7A-91FBF5551838}"/>
              </a:ext>
            </a:extLst>
          </p:cNvPr>
          <p:cNvGraphicFramePr/>
          <p:nvPr/>
        </p:nvGraphicFramePr>
        <p:xfrm>
          <a:off xmlns:a="http://schemas.openxmlformats.org/drawingml/2006/main" x="685800" y="3305175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52750"/>
                <a:gridCol w="7867650"/>
              </a:tblGrid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能力基础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650" b="1">
                          <a:solidFill>
                            <a:srgbClr val="ACD4B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采用的第三方组件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T w="9525">
                      <a:solidFill>
                        <a:srgbClr val="263B30"/>
                      </a:solidFill>
                      <a:prstDash val="solid"/>
                    </a:lnT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192D23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桌面与界面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Electron / React / TypeScript / assistant-ui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 SDK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图片与视频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Sharp / pngquant / FFmpeg / FFprobe / ab-av1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  <a:tr h="495300"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文档、检测与分析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263B30"/>
                      </a:solidFill>
                      <a:prstDash val="solid"/>
                    </a:lnL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  <a:tc>
                  <a:txBody>
                    <a:bodyPr wrap="none" lIns="133350" tIns="133350" rIns="133350" bIns="133350"/>
                    <a:lstStyle/>
                    <a:p>
                      <a:r>
                        <a:rPr sz="1725" b="0">
                          <a:solidFill>
                            <a:srgbClr val="F1F5F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Ghostscript / qpdf / Czkawka / Mole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263B30"/>
                      </a:solidFill>
                      <a:prstDash val="solid"/>
                    </a:lnR>
                    <a:lnB w="9525">
                      <a:solidFill>
                        <a:srgbClr val="263B30"/>
                      </a:solidFill>
                      <a:prstDash val="solid"/>
                    </a:lnB>
                    <a:solidFill>
                      <a:srgbClr val="0B1311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35E2E-A839-4E5D-9F96-FDBF59B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8BBB0"/>
                </a:solidFill>
                <a:latin typeface="Microsoft YaHei"/>
                <a:ea typeface="Microsoft YaHei"/>
                <a:cs typeface="Microsoft YaHei"/>
              </a:rPr>
              <a:t>工具版本、来源、SHA-256 与许可见随包 manifest / licenses</a:t>
            </a:r>
          </a:p>
        </p:txBody>
      </p:sp>
    </p:spTree>
    <p:extLst>
      <p:ext uri="{BB962C8B-B14F-4D97-AF65-F5344CB8AC3E}">
        <p14:creationId xmlns:p14="http://schemas.microsoft.com/office/powerpoint/2010/main" val="1013008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2026-10-17T15:30:45.9120000Z</dcterms:created>
  <dcterms:modified xsi:type="dcterms:W3CDTF">2026-10-17T15:30:45.9120000Z</dcterms:modified>
</coreProperties>
</file>