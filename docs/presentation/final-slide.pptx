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8 秒，需结合实际排练调整。</a:t>
            </a:r>
          </a:p>
          <a:p>
            <a:endParaRPr/>
          </a:p>
          <a:p>
            <a:r>
              <a:t>大家好，我们是 Arkive。我们希望帮助个人用户从现有电脑里腾出空间，也让不常用的文件在需要时更容易找到。</a:t>
            </a:r>
          </a:p>
          <a:p>
            <a:endParaRPr/>
          </a:p>
          <a:p>
            <a:r>
              <a:t>封面沿用暗绿色与简约线性图形；团队分工放总结页。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15 秒，需结合实际排练调整。</a:t>
            </a:r>
          </a:p>
          <a:p>
            <a:endParaRPr/>
          </a:p>
          <a:p>
            <a:r>
              <a:t>电脑和存储扩容的成本，让很多人更希望把现有设备继续用好。与此同时，视频、照片和各种附件还在增加。Arkive 的出发点，是帮个人用户从现有电脑里找空间，减少为了容量换设备或扩容的压力。</a:t>
            </a:r>
          </a:p>
          <a:p>
            <a:endParaRPr/>
          </a:p>
          <a:p>
            <a:r>
              <a:t>“电脑越来越贵”是用户明确要求呈现的成本压力动机。本页没有展示价格、涨幅或价格走势图，也不声称给出市场价格研究结论。磁盘图形为问题示意，不是某台设备的实测占用。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12 秒，需结合实际排练调整。</a:t>
            </a:r>
          </a:p>
          <a:p>
            <a:endParaRPr/>
          </a:p>
          <a:p>
            <a:r>
              <a:t>清理，处理缓存和残留；压缩，减小还要继续使用的文件；归档，把不常读取却需要保留的文件整理好，用时找到。归档也为今后迁移到外置硬盘或云端做好准备，迁移不是当前的一键功能。</a:t>
            </a:r>
          </a:p>
          <a:p>
            <a:endParaRPr/>
          </a:p>
          <a:p>
            <a:r>
              <a:t>三个功能同页呈现。清理和压缩解决占用，归档承接长期保留与查找；不把迁移写成已经实现。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15 秒，需结合实际排练调整。</a:t>
            </a:r>
          </a:p>
          <a:p>
            <a:endParaRPr/>
          </a:p>
          <a:p>
            <a:r>
              <a:t>卸载软件后，缓存、日志、临时文件和其他残留仍可能占空间。Arkive 基于开源工具 Mole 的能力，在本地发现这些内容，减少手动逐个寻找的成本。这里没有取得真实系统清理的新数据，所以不显示“本次释放”数字。</a:t>
            </a:r>
          </a:p>
          <a:p>
            <a:endParaRPr/>
          </a:p>
          <a:p>
            <a:r>
              <a:t>Mole 星数通过 GitHub 官方 API 重新查询，快照 2026-10-17：70863 Stars，约 7.1 万。Stars 是关注度，不是删除安全保证。本地描述仅限文件扫描处理，不意味着模型对话永不联网。用户大纲记录的独立 Mole Clean 直接执行及默认清空回收站，与本地当前 checkout 的仅预览后逐路径处理入口不同；不能据此宣称全部可撤销，演示时以实际交付版本提示为准。没有执行清理操作。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https://api.github.com/repos/tw93/Mole</a:t>
            </a:r>
          </a:p>
          <a:p>
            <a:r>
              <a:t>C:/Users/steph/Desktop/arkive-demo/src/main/modules/mole/operations.ts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24 秒，需结合实际排练调整。</a:t>
            </a:r>
          </a:p>
          <a:p>
            <a:endParaRPr/>
          </a:p>
          <a:p>
            <a:r>
              <a:t>视频通常最占空间。Arkive 先抽取部分片段试压，评估画面质量，再据此调整参数。目标是在明确质量标准下，尽量让肉眼难以察觉差异，同时把文件压小。用户拖入文件、选择档位并主动开始，随后完成正式压缩和输出校验。</a:t>
            </a:r>
          </a:p>
          <a:p>
            <a:endParaRPr/>
          </a:p>
          <a:p>
            <a:r>
              <a:t>本页只解释方法，不把抽样评分当成整片视觉无损保证，不声称对所有视频求得数学最优解。当前没有取得对应前后画面和新的实测样本，故删除原文中的百分比占位；历史 Pocket 3 数字仅在后面的场景页标明来源展示。视频页不上屏 ab-av1、VMAF 或编码参数。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16 秒，需结合实际排练调整。</a:t>
            </a:r>
          </a:p>
          <a:p>
            <a:endParaRPr/>
          </a:p>
          <a:p>
            <a:r>
              <a:t>图片通过图像编码优化；PDF 结合结构和图像处理；普通 Word 文档处理内嵌的图片和视频。不同格式使用不同的校验方式，文档还需要检查整个包与打开效果，不能把所有格式都讲成同一种质量评分。</a:t>
            </a:r>
          </a:p>
          <a:p>
            <a:endParaRPr/>
          </a:p>
          <a:p>
            <a:r>
              <a:t>当前没有新增对应的实测对比数据与打开截图，故不展示各格式前后大小或统一百分比。TXT 不列为已支持；PPTX 在现有模块中有实现，详细范围供答辩说明，本页按精简文案聚焦图片、PDF、Word。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C:/Users/steph/Desktop/arkive-demo/src/main/modules/image-compression/README.md</a:t>
            </a:r>
          </a:p>
          <a:p>
            <a:r>
              <a:t>C:/Users/steph/Desktop/arkive-demo/src/main/modules/office-compression/README.md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16 秒，需结合实际排练调整。</a:t>
            </a:r>
          </a:p>
          <a:p>
            <a:endParaRPr/>
          </a:p>
          <a:p>
            <a:r>
              <a:t>Backup 暂存压缩前的完整原件，为处理后留出回退余地；Archive 保存可以直接打开的压缩副本。它们是用户目录下并列的两个文件夹，按各自操作日期组织。备份不是要求永久保留，后续按用户选择清理，但自动定期清理还没有实现。</a:t>
            </a:r>
          </a:p>
          <a:p>
            <a:endParaRPr/>
          </a:p>
          <a:p>
            <a:r>
              <a:t>两个目录是 ~/Arkive Backup 与 ~/Arkive Archive，不在额外的 Ark 文件夹之下。Archive 按实际归档日期，不按拍摄日期。示意日期使用 2026-10-17。备份仍在、原输出仍在时都占空间；不能提前把它们从实际占用中排除。立即清空 Backup 的入口和记录联动尚未在该 checkout 验收，保留期限与自动任务仍未确定；本次不授权删除任何备份。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C:/Users/steph/Desktop/arkive-demo/src/main/modules/catalog/README.md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18 秒，需结合实际排练调整。</a:t>
            </a:r>
          </a:p>
          <a:p>
            <a:endParaRPr/>
          </a:p>
          <a:p>
            <a:r>
              <a:t>即使忘了完整文件名，人也可能记得活动、人物或年份。Arkive 使用 macOS 原生 Finder 标签，提供预设、已有和自定义名称，并按多个标签同时筛选。原生标签还可被有相应能力和权限的其他工具或 Agent 复用。AI 标签推荐已有独立函数，但资料采集与推荐界面尚未联动。</a:t>
            </a:r>
          </a:p>
          <a:p>
            <a:endParaRPr/>
          </a:p>
          <a:p>
            <a:r>
              <a:t>标签图是组合查找的示意，不是实际 AI 识别结果，不使用虚构的歌手或事件冒充实测。应用内是多标签 AND 查询，Finder 标签是系统原生属性，两者不混称为同一截图。不编造秒级、倍数或速度基准。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C:/Users/steph/Desktop/arkive-demo/src/main/modules/catalog/README.md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12 秒，需结合实际排练调整。</a:t>
            </a:r>
          </a:p>
          <a:p>
            <a:endParaRPr/>
          </a:p>
          <a:p>
            <a:r>
              <a:t>工具箱把进一步挖掘空间的能力放在一起：APFS 去重让相同内容共享存储；占用分析帮助定位大文件；项目清理发现可以重新构建或下载的产物。它们的界面与业务接入状态要分别说明，不能因为底层工具存在就认为所有按钮流程都已经验收。</a:t>
            </a:r>
          </a:p>
          <a:p>
            <a:endParaRPr/>
          </a:p>
          <a:p>
            <a:r>
              <a:t>APFS 仅在同一卷且符合条件时使用，逻辑共享量不是实测释放空间。Purge 已有预览，删除开发依赖后恢复可能需要联网。当前没有新的工具箱截图，采用功能示意，实验性状态保留。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18 秒，需结合实际排练调整。</a:t>
            </a:r>
          </a:p>
          <a:p>
            <a:endParaRPr/>
          </a:p>
          <a:p>
            <a:r>
              <a:t>用户可以说，旧项目太大，帮我整理。Agent 通过选定的业务工具检查占用、推荐方案，在用户授权后执行。我们希望把具体场景组织成 Skill，让工具层承接设备和格式的特化；场景 Skill 当前还没有接入应用。</a:t>
            </a:r>
          </a:p>
          <a:p>
            <a:endParaRPr/>
          </a:p>
          <a:p>
            <a:r>
              <a:t>屏幕上的用户话语是示意，不是已发生的真实模型调用。不是所有功能都已有 Agent 直接执行入口，尤其不能用独立清理页的存在推断已开放直接 Mole Clean。未开放任意 shell；业务检查与系统路径保护由代码执行，对话授权判断主要依靠提示规则，并非统一硬审批或严格沙箱。对话可能联网。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C:/Users/steph/Desktop/arkive-demo/src/main/modules/agent/session.ts</a:t>
            </a:r>
          </a:p>
          <a:p>
            <a:r>
              <a:t>C:/Users/steph/Desktop/arkive-demo/src/main/modules/agent/tools.ts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15 秒，需结合实际排练调整。</a:t>
            </a:r>
          </a:p>
          <a:p>
            <a:endParaRPr/>
          </a:p>
          <a:p>
            <a:r>
              <a:t>Arkive 自主做的，是围绕节省空间这一目标，组织普通人能完成的流程。简单窗口降低使用多种工具的成本，对话入口帮助用户探索问题，再通过已经接入的业务工具执行。视频选参、大疆素材特化、原件与归档管理，是流程落地的具体工作。</a:t>
            </a:r>
          </a:p>
          <a:p>
            <a:endParaRPr/>
          </a:p>
          <a:p>
            <a:r>
              <a:t>底层编解码器、质量评估方法、清理方案、Agent 框架和 APFS 机制来自开源项目或系统。不能声称自创压缩算法、原创质量指标或发明 APFS 克隆。具体自主贡献是产品流程、业务接线、格式特化、校验和交互。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18 秒，需结合实际排练调整。</a:t>
            </a:r>
          </a:p>
          <a:p>
            <a:endParaRPr/>
          </a:p>
          <a:p>
            <a:r>
              <a:t>演唱会录像很想保留，但素材可能长期占用电脑。大疆 Pocket 素材可以沿拖入压缩、打标归档、用时找回的流程处理。这里用一份历史 Pocket 3 短片作旁证：419.4 MB 到 109.9 MB，文件体积减少约 73.8%。这不是演唱会素材的实测结果。</a:t>
            </a:r>
          </a:p>
          <a:p>
            <a:endParaRPr/>
          </a:p>
          <a:p>
            <a:r>
              <a:t>来源为用户提供两份 MD 中记录的历史 HEVC 自动选参整段测试：419355104 字节降至 109906904 字节。十进制 MB，计算减少 73.7914%，上屏保留一位小数。未拿到该测试原片、输出和原始日志，本机未重跑；不得拼接其他参数实验的耗时。4K、帧率、10bit、色彩标记和兼容 AAC 音轨保留仅指文档所述样本的默认 HEVC 路径，不承诺所有模式。不是视觉对比实拍，也不声称处理 .LRF 代理。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12 秒，需结合实际排练调整。</a:t>
            </a:r>
          </a:p>
          <a:p>
            <a:endParaRPr/>
          </a:p>
          <a:p>
            <a:r>
              <a:t>微信收到的可读附件，可以在用户选定后，把适合保留的部分压缩归档。以后记得文件名或部分关键词，就能从归档记录里找到。确实不需要的文件，由用户按需选择删除，不是自动清空微信。</a:t>
            </a:r>
          </a:p>
          <a:p>
            <a:endParaRPr/>
          </a:p>
          <a:p>
            <a:r>
              <a:t>本页是专用场景方案，尚未证明微信专用批量编排完整接入。范围是用户指定的可读取文件，不读取所有聊天、不解密数据库或加密图片。不把现有通用压缩与查询能力当成微信全量自动整理的实操证据。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8 秒，需结合实际排练调整。</a:t>
            </a:r>
          </a:p>
          <a:p>
            <a:endParaRPr/>
          </a:p>
          <a:p>
            <a:r>
              <a:t>同样的能力还可以逐步用于摄影照片、会议录像、工作资料、旧项目、软件缓存与旧下载，以及网盘本地副本。先按已接入的通用能力处理，专用场景流程逐步完善，不承诺自动适配所有软件。</a:t>
            </a:r>
          </a:p>
          <a:p>
            <a:endParaRPr/>
          </a:p>
          <a:p>
            <a:r>
              <a:t>页面仅列应用方向。不把概念图标当作对应软件或云盘自动接入的证明，也不宣称所有开发文件都能无条件删除。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 13 秒，需结合实际排练调整。</a:t>
            </a:r>
          </a:p>
          <a:p>
            <a:endParaRPr/>
          </a:p>
          <a:p>
            <a:r>
              <a:t>Arkive 希望帮你腾出电脑空间，也让不常用的文件需要时更容易找到。葛俊辉负责后端开发，方子硕负责 UI 与测试。当前已经形成桌面 Demo、展示 PPT 与项目说明，后续继续完善场景接入和真实设备验证。</a:t>
            </a:r>
          </a:p>
          <a:p>
            <a:endParaRPr/>
          </a:p>
          <a:p>
            <a:r>
              <a:t>团队姓名与职责沿用当前聊天里用户已经确认的信息。列出的交付物是当前可核对的材料类型，不声称这些全部在 48 小时内从零完成，也不编造代码量、耗时或完成率。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答辩备用，正常放映跳过。</a:t>
            </a:r>
          </a:p>
          <a:p>
            <a:endParaRPr/>
          </a:p>
          <a:p>
            <a:r>
              <a:t>架构上，我们把交互入口和文件处理解耦。React 界面与 Agent 都通过明确的业务操作进入 Task 队列，复用检查、压缩和归档流程。底层工具负责特定格式处理，Catalog 记录路径与状态。自主设计主要体现在跨入口的一致流程、原件与结果的管理，以及 APFS 去重事务与异常恢复。</a:t>
            </a:r>
          </a:p>
          <a:p>
            <a:endParaRPr/>
          </a:p>
          <a:p>
            <a:r>
              <a:t>Task 队列只在当前进程内存在，不能将其描述为持久化任务历史。Catalog 与 APFS 恢复数据分别持久化。基础编解码和模型能力来自第三方，见附录 C。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C:/Users/steph/Desktop/arkive-demo/src/main/tasks/README.md</a:t>
            </a:r>
          </a:p>
          <a:p>
            <a:r>
              <a:t>C:/Users/steph/Desktop/arkive-demo/src/main/modules/catalog/README.md</a:t>
            </a:r>
          </a:p>
          <a:p>
            <a:r>
              <a:t>C:/Users/steph/Desktop/arkive-demo/src/main/modules/clone-deduplication/README.md</a:t>
            </a:r>
          </a:p>
          <a:p>
            <a:r>
              <a:t>C:/Users/steph/Desktop/arkive-demo/src/main/modules/agent/tools.ts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答辩备用，正常放映跳过。</a:t>
            </a:r>
          </a:p>
          <a:p>
            <a:endParaRPr/>
          </a:p>
          <a:p>
            <a:r>
              <a:t>依据 2026 年 10 月 17 日 Windows 修复与回归报告，29 项队列、解析和路径保护测试，加 5 项文件操作回归，共 34 项单元测试通过；30 项综合功能检查通过；7 项限制或待实现单独保留。这些结果来自已有的 Windows 回归报告，不能代替 macOS 专项验收。</a:t>
            </a:r>
          </a:p>
          <a:p>
            <a:endParaRPr/>
          </a:p>
          <a:p>
            <a:r>
              <a:t>真实模型由本地 HTTP 响应夹具替代；APFS、Finder、Mole 和随包媒体工具的 macOS 实机表现不能由 Windows 检查替代。原报告的 ESLint 有既有 CRLF 格式警告，不声称无警告。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C:/Users/steph/Desktop/arkive-demo/docs/windows-fix-verification-2026-10-17.md</a:t>
            </a:r>
          </a:p>
          <a:p>
            <a:r>
              <a:t>C:/Users/steph/Desktop/arkive-demo/docs/windows-test-report-2026-10-17.md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答辩备用，正常放映跳过。</a:t>
            </a:r>
          </a:p>
          <a:p>
            <a:endParaRPr/>
          </a:p>
          <a:p>
            <a:r>
              <a:t>这里分别说明已有能力与待接入方向。当前副本存在版本差异，演示和删除行为应以最终交付构建的提示为准。</a:t>
            </a:r>
          </a:p>
          <a:p>
            <a:endParaRPr/>
          </a:p>
          <a:p>
            <a:r>
              <a:t>用户提供的阶段性大纲明确保留未接入状态。没有把缺失数据占位或未接入场景当成完成成果。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C:/Users/steph/Desktop/arkive-demo/src/main/modules/catalog/README.md</a:t>
            </a:r>
          </a:p>
          <a:p>
            <a:r>
              <a:t>C:/Users/steph/Desktop/arkive-demo/src/main/modules/mole/README.md</a:t>
            </a:r>
          </a:p>
          <a:p>
            <a:r>
              <a:t>C:/Users/steph/Desktop/arkive-demo/src/main/modules/agent/session.ts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答辩备用，正常放映跳过。</a:t>
            </a:r>
          </a:p>
          <a:p>
            <a:endParaRPr/>
          </a:p>
          <a:p>
            <a:r>
              <a:t>Arkive 自主设计的是产品交互、跨入口业务编排、文件保护与状态管理、APFS 去重事务和恢复。编解码器、重复检测、Agent 框架等来自第三方。分发工具的版本、来源、哈希和许可记录在 manifest 与 licenses 目录；本页只用于说明技术来源，不替代完整的第三方声明。</a:t>
            </a:r>
          </a:p>
          <a:p>
            <a:endParaRPr/>
          </a:p>
          <a:p>
            <a:r>
              <a:t>FFmpeg/FFprobe、Mole、Ghostscript、pngquant 等许可不同，应以随包 manifest 与各工具许可证原文为准。不把集成已有编解码器写成自研算法。部署方式见项目 README 与 macOS 安装检查文档，签名、公证和生产安装仍需独立验证。</a:t>
            </a:r>
          </a:p>
          <a:p>
            <a:endParaRPr/>
          </a:p>
          <a:p>
            <a:r>
              <a:t>来源</a:t>
            </a:r>
          </a:p>
          <a:p>
            <a:r>
              <a:t>C:/Users/steph/Desktop/arkive-demo/docs/presentation/source-outline/ppt-outline.md</a:t>
            </a:r>
          </a:p>
          <a:p>
            <a:r>
              <a:t>C:/Users/steph/Desktop/arkive-demo/docs/presentation/source-outline/ppt-slide-copy.md</a:t>
            </a:r>
          </a:p>
          <a:p>
            <a:r>
              <a:t>C:/Users/steph/Desktop/arkive-demo/package.json</a:t>
            </a:r>
          </a:p>
          <a:p>
            <a:r>
              <a:t>C:/Users/steph/Desktop/arkive-demo/resources/tools/darwin-arm64/manifest.json</a:t>
            </a:r>
          </a:p>
          <a:p>
            <a:r>
              <a:t>C:/Users/steph/Desktop/arkive-demo/src/main/tasks/README.md</a:t>
            </a:r>
          </a:p>
          <a:p>
            <a:r>
              <a:t>C:/Users/steph/Desktop/arkive-demo/src/main/modules/catalog/README.md</a:t>
            </a:r>
          </a:p>
          <a:p>
            <a:r>
              <a:t>C:/Users/steph/Desktop/arkive-demo/src/main/modules/clone-deduplication/README.md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1BB1B75-6ABC-46D7-AC6B-DDF6D6F2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E1FCC0F-676B-4D97-96B1-6C4BC12F5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78361684-218E-4348-B970-9AD331444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C947268-A6E2-4258-A012-E1E304021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D4D51FF-4AC8-490A-B895-233B1D199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8DB78E4-0560-494B-A346-697F7B98A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711C7DF-4176-4D1C-9A8E-A81DDD344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F43CB55-33CC-4354-972A-B1FDC9E81CF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45DBDC4-C66D-44CD-A122-9ED9A416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B69B6F9-526D-4672-AD0C-19D075EE0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792E43F5-2DB3-4D53-8A15-34C35FA01827}"/>
              </a:ext>
            </a:extLst>
          </p:cNvPr>
          <p:cNvSpPr>
            <a:spLocks noGrp="1"/>
          </p:cNvSpPr>
          <p:nvPr/>
        </p:nvSpPr>
        <p:spPr>
          <a:xfrm>
            <a:off x="704850" y="1590675"/>
            <a:ext cx="6858000" cy="1323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84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pPr>
            <a:r>
              <a:rPr sz="8400" b="1">
                <a:solidFill>
                  <a:srgbClr val="F1F5F0"/>
                </a:solidFill>
                <a:latin typeface="Consolas"/>
                <a:ea typeface="Consolas"/>
                <a:cs typeface="Consolas"/>
              </a:rPr>
              <a:t>ARKIVE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A6DFC8-6636-47B8-9CAA-BFDF1D456676}"/>
              </a:ext>
            </a:extLst>
          </p:cNvPr>
          <p:cNvSpPr>
            <a:spLocks noGrp="1"/>
          </p:cNvSpPr>
          <p:nvPr/>
        </p:nvSpPr>
        <p:spPr>
          <a:xfrm>
            <a:off x="742950" y="3267075"/>
            <a:ext cx="66675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少占空间，随时可寻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00DA0A-18F7-4757-80B6-6F58B7C85626}"/>
              </a:ext>
            </a:extLst>
          </p:cNvPr>
          <p:cNvSpPr>
            <a:spLocks noGrp="1"/>
          </p:cNvSpPr>
          <p:nvPr/>
        </p:nvSpPr>
        <p:spPr>
          <a:xfrm>
            <a:off x="742950" y="4267200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清理 · 压缩 · 归档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46601B-0233-4F72-9B7A-9818FD90EBA0}"/>
              </a:ext>
            </a:extLst>
          </p:cNvPr>
          <p:cNvSpPr>
            <a:spLocks noGrp="1"/>
          </p:cNvSpPr>
          <p:nvPr/>
        </p:nvSpPr>
        <p:spPr>
          <a:xfrm>
            <a:off x="742950" y="619125"/>
            <a:ext cx="60007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TECHATHON / 2026</a:t>
            </a:r>
          </a:p>
        </p:txBody>
      </p:sp>
      <p:sp>
        <p:nvSpPr>
          <p:cNvPr id="5" name="fx-1-1">
            <a:extLst>
              <a:ext uri="{FF2B5EF4-FFF2-40B4-BE49-F238E27FC236}">
                <a16:creationId xmlns:a16="http://schemas.microsoft.com/office/drawing/2014/main" id="{D4886CEC-54AC-4D09-A527-77E6D8D9A97F}"/>
              </a:ext>
            </a:extLst>
          </p:cNvPr>
          <p:cNvSpPr>
            <a:spLocks noGrp="1"/>
          </p:cNvSpPr>
          <p:nvPr/>
        </p:nvSpPr>
        <p:spPr>
          <a:xfrm>
            <a:off x="8201025" y="1857375"/>
            <a:ext cx="637032" cy="838200"/>
          </a:xfrm>
          <a:custGeom>
            <a:avLst/>
            <a:gdLst/>
            <a:ahLst/>
            <a:cxnLst/>
            <a:rect l="0" t="0" r="0" b="0"/>
            <a:pathLst>
              <a:path w="637032" h="838200">
                <a:moveTo>
                  <a:pt x="0" y="0"/>
                </a:moveTo>
                <a:lnTo>
                  <a:pt x="452628" y="0"/>
                </a:lnTo>
                <a:lnTo>
                  <a:pt x="637032" y="184404"/>
                </a:lnTo>
                <a:lnTo>
                  <a:pt x="637032" y="838200"/>
                </a:lnTo>
                <a:lnTo>
                  <a:pt x="0" y="8382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6" name="fx-1-2">
            <a:extLst>
              <a:ext uri="{FF2B5EF4-FFF2-40B4-BE49-F238E27FC236}">
                <a16:creationId xmlns:a16="http://schemas.microsoft.com/office/drawing/2014/main" id="{30AA2AA7-C35C-45D0-B81D-1D4E449AD5C9}"/>
              </a:ext>
            </a:extLst>
          </p:cNvPr>
          <p:cNvSpPr>
            <a:spLocks noGrp="1"/>
          </p:cNvSpPr>
          <p:nvPr/>
        </p:nvSpPr>
        <p:spPr>
          <a:xfrm>
            <a:off x="8653653" y="1857375"/>
            <a:ext cx="184404" cy="184404"/>
          </a:xfrm>
          <a:custGeom>
            <a:avLst/>
            <a:gdLst/>
            <a:ahLst/>
            <a:cxnLst/>
            <a:rect l="0" t="0" r="0" b="0"/>
            <a:pathLst>
              <a:path w="184404" h="184404">
                <a:moveTo>
                  <a:pt x="0" y="0"/>
                </a:moveTo>
                <a:lnTo>
                  <a:pt x="0" y="184404"/>
                </a:lnTo>
                <a:lnTo>
                  <a:pt x="184404" y="184404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3">
            <a:extLst>
              <a:ext uri="{FF2B5EF4-FFF2-40B4-BE49-F238E27FC236}">
                <a16:creationId xmlns:a16="http://schemas.microsoft.com/office/drawing/2014/main" id="{07A91D6B-2009-4E11-A6BA-4B310DBE0969}"/>
              </a:ext>
            </a:extLst>
          </p:cNvPr>
          <p:cNvSpPr>
            <a:spLocks noGrp="1"/>
          </p:cNvSpPr>
          <p:nvPr/>
        </p:nvSpPr>
        <p:spPr>
          <a:xfrm>
            <a:off x="8328431" y="2217801"/>
            <a:ext cx="369479" cy="9525"/>
          </a:xfrm>
          <a:custGeom>
            <a:avLst/>
            <a:gdLst/>
            <a:ahLst/>
            <a:cxnLst/>
            <a:rect l="0" t="0" r="0" b="0"/>
            <a:pathLst>
              <a:path w="369479" h="9525">
                <a:moveTo>
                  <a:pt x="0" y="0"/>
                </a:moveTo>
                <a:lnTo>
                  <a:pt x="369479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8" name="fx-1-4">
            <a:extLst>
              <a:ext uri="{FF2B5EF4-FFF2-40B4-BE49-F238E27FC236}">
                <a16:creationId xmlns:a16="http://schemas.microsoft.com/office/drawing/2014/main" id="{4D0F0B1A-9B8A-44AA-88D7-8D3019C462CE}"/>
              </a:ext>
            </a:extLst>
          </p:cNvPr>
          <p:cNvSpPr>
            <a:spLocks noGrp="1"/>
          </p:cNvSpPr>
          <p:nvPr/>
        </p:nvSpPr>
        <p:spPr>
          <a:xfrm>
            <a:off x="8328431" y="2335149"/>
            <a:ext cx="369479" cy="9525"/>
          </a:xfrm>
          <a:custGeom>
            <a:avLst/>
            <a:gdLst/>
            <a:ahLst/>
            <a:cxnLst/>
            <a:rect l="0" t="0" r="0" b="0"/>
            <a:pathLst>
              <a:path w="369479" h="9525">
                <a:moveTo>
                  <a:pt x="0" y="0"/>
                </a:moveTo>
                <a:lnTo>
                  <a:pt x="369479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9" name="fx-1-5">
            <a:extLst>
              <a:ext uri="{FF2B5EF4-FFF2-40B4-BE49-F238E27FC236}">
                <a16:creationId xmlns:a16="http://schemas.microsoft.com/office/drawing/2014/main" id="{C325451B-0000-449C-ABA7-5BDBE212D308}"/>
              </a:ext>
            </a:extLst>
          </p:cNvPr>
          <p:cNvSpPr>
            <a:spLocks noGrp="1"/>
          </p:cNvSpPr>
          <p:nvPr/>
        </p:nvSpPr>
        <p:spPr>
          <a:xfrm>
            <a:off x="8328431" y="2452497"/>
            <a:ext cx="369479" cy="9525"/>
          </a:xfrm>
          <a:custGeom>
            <a:avLst/>
            <a:gdLst/>
            <a:ahLst/>
            <a:cxnLst/>
            <a:rect l="0" t="0" r="0" b="0"/>
            <a:pathLst>
              <a:path w="369479" h="9525">
                <a:moveTo>
                  <a:pt x="0" y="0"/>
                </a:moveTo>
                <a:lnTo>
                  <a:pt x="369479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0" name="fx-1-6">
            <a:extLst>
              <a:ext uri="{FF2B5EF4-FFF2-40B4-BE49-F238E27FC236}">
                <a16:creationId xmlns:a16="http://schemas.microsoft.com/office/drawing/2014/main" id="{4BE68E90-413B-405D-A4B0-032E320DFEAF}"/>
              </a:ext>
            </a:extLst>
          </p:cNvPr>
          <p:cNvSpPr>
            <a:spLocks noGrp="1"/>
          </p:cNvSpPr>
          <p:nvPr/>
        </p:nvSpPr>
        <p:spPr>
          <a:xfrm>
            <a:off x="9258300" y="1857375"/>
            <a:ext cx="637032" cy="838200"/>
          </a:xfrm>
          <a:custGeom>
            <a:avLst/>
            <a:gdLst/>
            <a:ahLst/>
            <a:cxnLst/>
            <a:rect l="0" t="0" r="0" b="0"/>
            <a:pathLst>
              <a:path w="637032" h="838200">
                <a:moveTo>
                  <a:pt x="0" y="0"/>
                </a:moveTo>
                <a:lnTo>
                  <a:pt x="452628" y="0"/>
                </a:lnTo>
                <a:lnTo>
                  <a:pt x="637032" y="184404"/>
                </a:lnTo>
                <a:lnTo>
                  <a:pt x="637032" y="838200"/>
                </a:lnTo>
                <a:lnTo>
                  <a:pt x="0" y="8382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1" name="fx-1-7">
            <a:extLst>
              <a:ext uri="{FF2B5EF4-FFF2-40B4-BE49-F238E27FC236}">
                <a16:creationId xmlns:a16="http://schemas.microsoft.com/office/drawing/2014/main" id="{E4B890A6-C876-4C9E-91E6-9298BD1F3C6B}"/>
              </a:ext>
            </a:extLst>
          </p:cNvPr>
          <p:cNvSpPr>
            <a:spLocks noGrp="1"/>
          </p:cNvSpPr>
          <p:nvPr/>
        </p:nvSpPr>
        <p:spPr>
          <a:xfrm>
            <a:off x="9710928" y="1857375"/>
            <a:ext cx="184404" cy="184404"/>
          </a:xfrm>
          <a:custGeom>
            <a:avLst/>
            <a:gdLst/>
            <a:ahLst/>
            <a:cxnLst/>
            <a:rect l="0" t="0" r="0" b="0"/>
            <a:pathLst>
              <a:path w="184404" h="184404">
                <a:moveTo>
                  <a:pt x="0" y="0"/>
                </a:moveTo>
                <a:lnTo>
                  <a:pt x="0" y="184404"/>
                </a:lnTo>
                <a:lnTo>
                  <a:pt x="184404" y="184404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2" name="fx-1-8">
            <a:extLst>
              <a:ext uri="{FF2B5EF4-FFF2-40B4-BE49-F238E27FC236}">
                <a16:creationId xmlns:a16="http://schemas.microsoft.com/office/drawing/2014/main" id="{BE315B5F-ACE1-417F-B69E-1426C7067E48}"/>
              </a:ext>
            </a:extLst>
          </p:cNvPr>
          <p:cNvSpPr>
            <a:spLocks noGrp="1"/>
          </p:cNvSpPr>
          <p:nvPr/>
        </p:nvSpPr>
        <p:spPr>
          <a:xfrm>
            <a:off x="9398447" y="2150745"/>
            <a:ext cx="88011" cy="88011"/>
          </a:xfrm>
          <a:prstGeom prst="ellipse">
            <a:avLst/>
          </a:prstGeom>
          <a:noFill/>
          <a:ln w="19050">
            <a:solidFill>
              <a:srgbClr val="ACD4B8"/>
            </a:solidFill>
          </a:ln>
        </p:spPr>
      </p:sp>
      <p:sp>
        <p:nvSpPr>
          <p:cNvPr id="13" name="fx-1-9">
            <a:extLst>
              <a:ext uri="{FF2B5EF4-FFF2-40B4-BE49-F238E27FC236}">
                <a16:creationId xmlns:a16="http://schemas.microsoft.com/office/drawing/2014/main" id="{616F686E-F1EB-41FF-BF68-CBF68715C258}"/>
              </a:ext>
            </a:extLst>
          </p:cNvPr>
          <p:cNvSpPr>
            <a:spLocks noGrp="1"/>
          </p:cNvSpPr>
          <p:nvPr/>
        </p:nvSpPr>
        <p:spPr>
          <a:xfrm>
            <a:off x="9372966" y="2259711"/>
            <a:ext cx="382219" cy="234696"/>
          </a:xfrm>
          <a:custGeom>
            <a:avLst/>
            <a:gdLst/>
            <a:ahLst/>
            <a:cxnLst/>
            <a:rect l="0" t="0" r="0" b="0"/>
            <a:pathLst>
              <a:path w="382219" h="234696">
                <a:moveTo>
                  <a:pt x="0" y="234696"/>
                </a:moveTo>
                <a:lnTo>
                  <a:pt x="152888" y="67056"/>
                </a:lnTo>
                <a:lnTo>
                  <a:pt x="242072" y="150876"/>
                </a:lnTo>
                <a:lnTo>
                  <a:pt x="382219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4" name="fx-1-10">
            <a:extLst>
              <a:ext uri="{FF2B5EF4-FFF2-40B4-BE49-F238E27FC236}">
                <a16:creationId xmlns:a16="http://schemas.microsoft.com/office/drawing/2014/main" id="{B7B01AA6-F1F5-4594-9C1C-267AFD3F0477}"/>
              </a:ext>
            </a:extLst>
          </p:cNvPr>
          <p:cNvSpPr>
            <a:spLocks noGrp="1"/>
          </p:cNvSpPr>
          <p:nvPr/>
        </p:nvSpPr>
        <p:spPr>
          <a:xfrm>
            <a:off x="10315575" y="1857375"/>
            <a:ext cx="637032" cy="838200"/>
          </a:xfrm>
          <a:custGeom>
            <a:avLst/>
            <a:gdLst/>
            <a:ahLst/>
            <a:cxnLst/>
            <a:rect l="0" t="0" r="0" b="0"/>
            <a:pathLst>
              <a:path w="637032" h="838200">
                <a:moveTo>
                  <a:pt x="0" y="0"/>
                </a:moveTo>
                <a:lnTo>
                  <a:pt x="452628" y="0"/>
                </a:lnTo>
                <a:lnTo>
                  <a:pt x="637032" y="184404"/>
                </a:lnTo>
                <a:lnTo>
                  <a:pt x="637032" y="838200"/>
                </a:lnTo>
                <a:lnTo>
                  <a:pt x="0" y="8382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5" name="fx-1-11">
            <a:extLst>
              <a:ext uri="{FF2B5EF4-FFF2-40B4-BE49-F238E27FC236}">
                <a16:creationId xmlns:a16="http://schemas.microsoft.com/office/drawing/2014/main" id="{164BED7A-1EBE-40C4-A144-4946B25C3315}"/>
              </a:ext>
            </a:extLst>
          </p:cNvPr>
          <p:cNvSpPr>
            <a:spLocks noGrp="1"/>
          </p:cNvSpPr>
          <p:nvPr/>
        </p:nvSpPr>
        <p:spPr>
          <a:xfrm>
            <a:off x="10768203" y="1857375"/>
            <a:ext cx="184404" cy="184404"/>
          </a:xfrm>
          <a:custGeom>
            <a:avLst/>
            <a:gdLst/>
            <a:ahLst/>
            <a:cxnLst/>
            <a:rect l="0" t="0" r="0" b="0"/>
            <a:pathLst>
              <a:path w="184404" h="184404">
                <a:moveTo>
                  <a:pt x="0" y="0"/>
                </a:moveTo>
                <a:lnTo>
                  <a:pt x="0" y="184404"/>
                </a:lnTo>
                <a:lnTo>
                  <a:pt x="184404" y="184404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6" name="fx-1-12">
            <a:extLst>
              <a:ext uri="{FF2B5EF4-FFF2-40B4-BE49-F238E27FC236}">
                <a16:creationId xmlns:a16="http://schemas.microsoft.com/office/drawing/2014/main" id="{18A2A048-BFB9-4347-96A9-C79E147690F6}"/>
              </a:ext>
            </a:extLst>
          </p:cNvPr>
          <p:cNvSpPr>
            <a:spLocks noGrp="1"/>
          </p:cNvSpPr>
          <p:nvPr/>
        </p:nvSpPr>
        <p:spPr>
          <a:xfrm>
            <a:off x="10538536" y="2184273"/>
            <a:ext cx="222961" cy="276606"/>
          </a:xfrm>
          <a:custGeom>
            <a:avLst/>
            <a:gdLst/>
            <a:ahLst/>
            <a:cxnLst/>
            <a:rect l="0" t="0" r="0" b="0"/>
            <a:pathLst>
              <a:path w="222961" h="276606">
                <a:moveTo>
                  <a:pt x="0" y="0"/>
                </a:moveTo>
                <a:lnTo>
                  <a:pt x="0" y="276606"/>
                </a:lnTo>
                <a:lnTo>
                  <a:pt x="222961" y="134112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7" name="fx-2-13">
            <a:extLst>
              <a:ext uri="{FF2B5EF4-FFF2-40B4-BE49-F238E27FC236}">
                <a16:creationId xmlns:a16="http://schemas.microsoft.com/office/drawing/2014/main" id="{AB2F95BC-E7AF-46A2-81AD-2C0FFC3E9F93}"/>
              </a:ext>
            </a:extLst>
          </p:cNvPr>
          <p:cNvSpPr>
            <a:spLocks noGrp="1"/>
          </p:cNvSpPr>
          <p:nvPr/>
        </p:nvSpPr>
        <p:spPr>
          <a:xfrm>
            <a:off x="9582150" y="3000375"/>
            <a:ext cx="9525" cy="533400"/>
          </a:xfrm>
          <a:custGeom>
            <a:avLst/>
            <a:gdLst/>
            <a:ahLst/>
            <a:cxnLst/>
            <a:rect l="0" t="0" r="0" b="0"/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8" name="fx-2-14">
            <a:extLst>
              <a:ext uri="{FF2B5EF4-FFF2-40B4-BE49-F238E27FC236}">
                <a16:creationId xmlns:a16="http://schemas.microsoft.com/office/drawing/2014/main" id="{9D304361-2E86-4190-9257-94EBED73876C}"/>
              </a:ext>
            </a:extLst>
          </p:cNvPr>
          <p:cNvSpPr>
            <a:spLocks noGrp="1"/>
          </p:cNvSpPr>
          <p:nvPr/>
        </p:nvSpPr>
        <p:spPr>
          <a:xfrm>
            <a:off x="9542321" y="346881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9" name="fx-2-15">
            <a:extLst>
              <a:ext uri="{FF2B5EF4-FFF2-40B4-BE49-F238E27FC236}">
                <a16:creationId xmlns:a16="http://schemas.microsoft.com/office/drawing/2014/main" id="{954FAFC7-6119-45D3-B0B4-DB0DE15D0686}"/>
              </a:ext>
            </a:extLst>
          </p:cNvPr>
          <p:cNvSpPr>
            <a:spLocks noGrp="1"/>
          </p:cNvSpPr>
          <p:nvPr/>
        </p:nvSpPr>
        <p:spPr>
          <a:xfrm>
            <a:off x="8343900" y="4059936"/>
            <a:ext cx="2495550" cy="337185"/>
          </a:xfrm>
          <a:prstGeom prst="roundRect">
            <a:avLst>
              <a:gd name="adj" fmla="val 8475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20" name="fx-2-16">
            <a:extLst>
              <a:ext uri="{FF2B5EF4-FFF2-40B4-BE49-F238E27FC236}">
                <a16:creationId xmlns:a16="http://schemas.microsoft.com/office/drawing/2014/main" id="{C38B8689-3248-4163-92EB-B2A6630A136D}"/>
              </a:ext>
            </a:extLst>
          </p:cNvPr>
          <p:cNvSpPr>
            <a:spLocks noGrp="1"/>
          </p:cNvSpPr>
          <p:nvPr/>
        </p:nvSpPr>
        <p:spPr>
          <a:xfrm>
            <a:off x="8543544" y="4397121"/>
            <a:ext cx="2096262" cy="1146429"/>
          </a:xfrm>
          <a:custGeom>
            <a:avLst/>
            <a:gdLst/>
            <a:ahLst/>
            <a:cxnLst/>
            <a:rect l="0" t="0" r="0" b="0"/>
            <a:pathLst>
              <a:path w="2096262" h="1146429">
                <a:moveTo>
                  <a:pt x="0" y="0"/>
                </a:moveTo>
                <a:lnTo>
                  <a:pt x="0" y="1146429"/>
                </a:lnTo>
                <a:lnTo>
                  <a:pt x="2096262" y="1146429"/>
                </a:lnTo>
                <a:lnTo>
                  <a:pt x="2096262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1" name="fx-2-17">
            <a:extLst>
              <a:ext uri="{FF2B5EF4-FFF2-40B4-BE49-F238E27FC236}">
                <a16:creationId xmlns:a16="http://schemas.microsoft.com/office/drawing/2014/main" id="{35E5B363-FB77-4512-B3AB-F207C7F5794E}"/>
              </a:ext>
            </a:extLst>
          </p:cNvPr>
          <p:cNvSpPr>
            <a:spLocks noGrp="1"/>
          </p:cNvSpPr>
          <p:nvPr/>
        </p:nvSpPr>
        <p:spPr>
          <a:xfrm>
            <a:off x="9292209" y="4835462"/>
            <a:ext cx="598932" cy="9525"/>
          </a:xfrm>
          <a:custGeom>
            <a:avLst/>
            <a:gdLst/>
            <a:ahLst/>
            <a:cxnLst/>
            <a:rect l="0" t="0" r="0" b="0"/>
            <a:pathLst>
              <a:path w="598932" h="9525">
                <a:moveTo>
                  <a:pt x="0" y="0"/>
                </a:moveTo>
                <a:lnTo>
                  <a:pt x="598932" y="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22" name="fx-3-18">
            <a:extLst>
              <a:ext uri="{FF2B5EF4-FFF2-40B4-BE49-F238E27FC236}">
                <a16:creationId xmlns:a16="http://schemas.microsoft.com/office/drawing/2014/main" id="{077E5EE1-9688-479D-BB89-9FA123A2F8C1}"/>
              </a:ext>
            </a:extLst>
          </p:cNvPr>
          <p:cNvSpPr>
            <a:spLocks noGrp="1"/>
          </p:cNvSpPr>
          <p:nvPr/>
        </p:nvSpPr>
        <p:spPr>
          <a:xfrm>
            <a:off x="7810500" y="5791200"/>
            <a:ext cx="35623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清理 · 压缩 · 归档</a:t>
            </a:r>
          </a:p>
        </p:txBody>
      </p:sp>
    </p:spTree>
    <p:extLst>
      <p:ext uri="{BB962C8B-B14F-4D97-AF65-F5344CB8AC3E}">
        <p14:creationId xmlns:p14="http://schemas.microsoft.com/office/powerpoint/2010/main" val="242336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2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2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E2F134E9-6EF1-43ED-B015-C4505E83118F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01 / SPACE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E8CBAF-5FFA-4028-93E7-1E9C04C37810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电脑空间不够了，还能从哪里腾空间？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D7D243-24F1-42F0-9463-180D92995C49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FFB163-BEAB-4B63-9D5D-9892DBFD55BC}"/>
              </a:ext>
            </a:extLst>
          </p:cNvPr>
          <p:cNvSpPr>
            <a:spLocks noGrp="1"/>
          </p:cNvSpPr>
          <p:nvPr/>
        </p:nvSpPr>
        <p:spPr>
          <a:xfrm>
            <a:off x="742950" y="2371725"/>
            <a:ext cx="661987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电脑越来越贵，文件越来越多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0F62A9-9FF6-43BF-87B2-EA4D8E0DEBB0}"/>
              </a:ext>
            </a:extLst>
          </p:cNvPr>
          <p:cNvSpPr>
            <a:spLocks noGrp="1"/>
          </p:cNvSpPr>
          <p:nvPr/>
        </p:nvSpPr>
        <p:spPr>
          <a:xfrm>
            <a:off x="742950" y="3152775"/>
            <a:ext cx="661987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视频、照片、附件，越存越满</a:t>
            </a:r>
          </a:p>
        </p:txBody>
      </p:sp>
      <p:sp>
        <p:nvSpPr>
          <p:cNvPr id="6" name="fx-1-19">
            <a:extLst>
              <a:ext uri="{FF2B5EF4-FFF2-40B4-BE49-F238E27FC236}">
                <a16:creationId xmlns:a16="http://schemas.microsoft.com/office/drawing/2014/main" id="{47EB32A3-187E-4D87-BA81-50A183D71BA6}"/>
              </a:ext>
            </a:extLst>
          </p:cNvPr>
          <p:cNvSpPr>
            <a:spLocks noGrp="1"/>
          </p:cNvSpPr>
          <p:nvPr/>
        </p:nvSpPr>
        <p:spPr>
          <a:xfrm>
            <a:off x="8143875" y="2333625"/>
            <a:ext cx="680466" cy="895350"/>
          </a:xfrm>
          <a:custGeom>
            <a:avLst/>
            <a:gdLst/>
            <a:ahLst/>
            <a:cxnLst/>
            <a:rect l="0" t="0" r="0" b="0"/>
            <a:pathLst>
              <a:path w="680466" h="895350">
                <a:moveTo>
                  <a:pt x="0" y="0"/>
                </a:moveTo>
                <a:lnTo>
                  <a:pt x="483489" y="0"/>
                </a:lnTo>
                <a:lnTo>
                  <a:pt x="680466" y="196977"/>
                </a:lnTo>
                <a:lnTo>
                  <a:pt x="680466" y="895350"/>
                </a:lnTo>
                <a:lnTo>
                  <a:pt x="0" y="89535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20">
            <a:extLst>
              <a:ext uri="{FF2B5EF4-FFF2-40B4-BE49-F238E27FC236}">
                <a16:creationId xmlns:a16="http://schemas.microsoft.com/office/drawing/2014/main" id="{0DBE03C4-D456-472C-92EC-F419D84D38D9}"/>
              </a:ext>
            </a:extLst>
          </p:cNvPr>
          <p:cNvSpPr>
            <a:spLocks noGrp="1"/>
          </p:cNvSpPr>
          <p:nvPr/>
        </p:nvSpPr>
        <p:spPr>
          <a:xfrm>
            <a:off x="8627364" y="2333625"/>
            <a:ext cx="196977" cy="196977"/>
          </a:xfrm>
          <a:custGeom>
            <a:avLst/>
            <a:gdLst/>
            <a:ahLst/>
            <a:cxnLst/>
            <a:rect l="0" t="0" r="0" b="0"/>
            <a:pathLst>
              <a:path w="196977" h="196977">
                <a:moveTo>
                  <a:pt x="0" y="0"/>
                </a:moveTo>
                <a:lnTo>
                  <a:pt x="0" y="196977"/>
                </a:lnTo>
                <a:lnTo>
                  <a:pt x="196977" y="196977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8" name="fx-1-21">
            <a:extLst>
              <a:ext uri="{FF2B5EF4-FFF2-40B4-BE49-F238E27FC236}">
                <a16:creationId xmlns:a16="http://schemas.microsoft.com/office/drawing/2014/main" id="{CD87A2AE-E62D-4E79-80DF-36C49AB08270}"/>
              </a:ext>
            </a:extLst>
          </p:cNvPr>
          <p:cNvSpPr>
            <a:spLocks noGrp="1"/>
          </p:cNvSpPr>
          <p:nvPr/>
        </p:nvSpPr>
        <p:spPr>
          <a:xfrm>
            <a:off x="8382038" y="2682812"/>
            <a:ext cx="238163" cy="295465"/>
          </a:xfrm>
          <a:custGeom>
            <a:avLst/>
            <a:gdLst/>
            <a:ahLst/>
            <a:cxnLst/>
            <a:rect l="0" t="0" r="0" b="0"/>
            <a:pathLst>
              <a:path w="238163" h="295465">
                <a:moveTo>
                  <a:pt x="0" y="0"/>
                </a:moveTo>
                <a:lnTo>
                  <a:pt x="0" y="295465"/>
                </a:lnTo>
                <a:lnTo>
                  <a:pt x="238163" y="143256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9" name="fx-1-22">
            <a:extLst>
              <a:ext uri="{FF2B5EF4-FFF2-40B4-BE49-F238E27FC236}">
                <a16:creationId xmlns:a16="http://schemas.microsoft.com/office/drawing/2014/main" id="{393FBE8E-3546-48C6-ADC4-63D9C2D1D69B}"/>
              </a:ext>
            </a:extLst>
          </p:cNvPr>
          <p:cNvSpPr>
            <a:spLocks noGrp="1"/>
          </p:cNvSpPr>
          <p:nvPr/>
        </p:nvSpPr>
        <p:spPr>
          <a:xfrm>
            <a:off x="9534525" y="2333625"/>
            <a:ext cx="680466" cy="895350"/>
          </a:xfrm>
          <a:custGeom>
            <a:avLst/>
            <a:gdLst/>
            <a:ahLst/>
            <a:cxnLst/>
            <a:rect l="0" t="0" r="0" b="0"/>
            <a:pathLst>
              <a:path w="680466" h="895350">
                <a:moveTo>
                  <a:pt x="0" y="0"/>
                </a:moveTo>
                <a:lnTo>
                  <a:pt x="483489" y="0"/>
                </a:lnTo>
                <a:lnTo>
                  <a:pt x="680466" y="196977"/>
                </a:lnTo>
                <a:lnTo>
                  <a:pt x="680466" y="895350"/>
                </a:lnTo>
                <a:lnTo>
                  <a:pt x="0" y="89535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0" name="fx-1-23">
            <a:extLst>
              <a:ext uri="{FF2B5EF4-FFF2-40B4-BE49-F238E27FC236}">
                <a16:creationId xmlns:a16="http://schemas.microsoft.com/office/drawing/2014/main" id="{AC62DD68-02DD-4F53-BB45-AF34179FC058}"/>
              </a:ext>
            </a:extLst>
          </p:cNvPr>
          <p:cNvSpPr>
            <a:spLocks noGrp="1"/>
          </p:cNvSpPr>
          <p:nvPr/>
        </p:nvSpPr>
        <p:spPr>
          <a:xfrm>
            <a:off x="10018014" y="2333625"/>
            <a:ext cx="196977" cy="196977"/>
          </a:xfrm>
          <a:custGeom>
            <a:avLst/>
            <a:gdLst/>
            <a:ahLst/>
            <a:cxnLst/>
            <a:rect l="0" t="0" r="0" b="0"/>
            <a:pathLst>
              <a:path w="196977" h="196977">
                <a:moveTo>
                  <a:pt x="0" y="0"/>
                </a:moveTo>
                <a:lnTo>
                  <a:pt x="0" y="196977"/>
                </a:lnTo>
                <a:lnTo>
                  <a:pt x="196977" y="196977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1" name="fx-1-24">
            <a:extLst>
              <a:ext uri="{FF2B5EF4-FFF2-40B4-BE49-F238E27FC236}">
                <a16:creationId xmlns:a16="http://schemas.microsoft.com/office/drawing/2014/main" id="{B4CF37D1-EDCC-465B-8A3F-D64B6803598A}"/>
              </a:ext>
            </a:extLst>
          </p:cNvPr>
          <p:cNvSpPr>
            <a:spLocks noGrp="1"/>
          </p:cNvSpPr>
          <p:nvPr/>
        </p:nvSpPr>
        <p:spPr>
          <a:xfrm>
            <a:off x="9684228" y="2646998"/>
            <a:ext cx="94012" cy="94012"/>
          </a:xfrm>
          <a:prstGeom prst="ellipse">
            <a:avLst/>
          </a:prstGeom>
          <a:noFill/>
          <a:ln w="19050">
            <a:solidFill>
              <a:srgbClr val="ACD4B8"/>
            </a:solidFill>
          </a:ln>
        </p:spPr>
      </p:sp>
      <p:sp>
        <p:nvSpPr>
          <p:cNvPr id="12" name="fx-1-25">
            <a:extLst>
              <a:ext uri="{FF2B5EF4-FFF2-40B4-BE49-F238E27FC236}">
                <a16:creationId xmlns:a16="http://schemas.microsoft.com/office/drawing/2014/main" id="{40FCFA66-02FF-43C4-9BC4-CB81F0B6DD01}"/>
              </a:ext>
            </a:extLst>
          </p:cNvPr>
          <p:cNvSpPr>
            <a:spLocks noGrp="1"/>
          </p:cNvSpPr>
          <p:nvPr/>
        </p:nvSpPr>
        <p:spPr>
          <a:xfrm>
            <a:off x="9657009" y="2763393"/>
            <a:ext cx="408280" cy="250698"/>
          </a:xfrm>
          <a:custGeom>
            <a:avLst/>
            <a:gdLst/>
            <a:ahLst/>
            <a:cxnLst/>
            <a:rect l="0" t="0" r="0" b="0"/>
            <a:pathLst>
              <a:path w="408280" h="250698">
                <a:moveTo>
                  <a:pt x="0" y="250698"/>
                </a:moveTo>
                <a:lnTo>
                  <a:pt x="163312" y="71628"/>
                </a:lnTo>
                <a:lnTo>
                  <a:pt x="258577" y="161163"/>
                </a:lnTo>
                <a:lnTo>
                  <a:pt x="40828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3" name="fx-1-26">
            <a:extLst>
              <a:ext uri="{FF2B5EF4-FFF2-40B4-BE49-F238E27FC236}">
                <a16:creationId xmlns:a16="http://schemas.microsoft.com/office/drawing/2014/main" id="{2E397C75-71F8-4A60-BA1C-ADBACFA1FA34}"/>
              </a:ext>
            </a:extLst>
          </p:cNvPr>
          <p:cNvSpPr>
            <a:spLocks noGrp="1"/>
          </p:cNvSpPr>
          <p:nvPr/>
        </p:nvSpPr>
        <p:spPr>
          <a:xfrm>
            <a:off x="10925175" y="2333625"/>
            <a:ext cx="680466" cy="895350"/>
          </a:xfrm>
          <a:custGeom>
            <a:avLst/>
            <a:gdLst/>
            <a:ahLst/>
            <a:cxnLst/>
            <a:rect l="0" t="0" r="0" b="0"/>
            <a:pathLst>
              <a:path w="680466" h="895350">
                <a:moveTo>
                  <a:pt x="0" y="0"/>
                </a:moveTo>
                <a:lnTo>
                  <a:pt x="483489" y="0"/>
                </a:lnTo>
                <a:lnTo>
                  <a:pt x="680466" y="196977"/>
                </a:lnTo>
                <a:lnTo>
                  <a:pt x="680466" y="895350"/>
                </a:lnTo>
                <a:lnTo>
                  <a:pt x="0" y="89535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4" name="fx-1-27">
            <a:extLst>
              <a:ext uri="{FF2B5EF4-FFF2-40B4-BE49-F238E27FC236}">
                <a16:creationId xmlns:a16="http://schemas.microsoft.com/office/drawing/2014/main" id="{2E995085-0874-4FEC-93D4-C7904B1B2CF7}"/>
              </a:ext>
            </a:extLst>
          </p:cNvPr>
          <p:cNvSpPr>
            <a:spLocks noGrp="1"/>
          </p:cNvSpPr>
          <p:nvPr/>
        </p:nvSpPr>
        <p:spPr>
          <a:xfrm>
            <a:off x="11408664" y="2333625"/>
            <a:ext cx="196977" cy="196977"/>
          </a:xfrm>
          <a:custGeom>
            <a:avLst/>
            <a:gdLst/>
            <a:ahLst/>
            <a:cxnLst/>
            <a:rect l="0" t="0" r="0" b="0"/>
            <a:pathLst>
              <a:path w="196977" h="196977">
                <a:moveTo>
                  <a:pt x="0" y="0"/>
                </a:moveTo>
                <a:lnTo>
                  <a:pt x="0" y="196977"/>
                </a:lnTo>
                <a:lnTo>
                  <a:pt x="196977" y="196977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5" name="fx-1-28">
            <a:extLst>
              <a:ext uri="{FF2B5EF4-FFF2-40B4-BE49-F238E27FC236}">
                <a16:creationId xmlns:a16="http://schemas.microsoft.com/office/drawing/2014/main" id="{18E825E2-88A8-4D15-AC46-50A6173136E7}"/>
              </a:ext>
            </a:extLst>
          </p:cNvPr>
          <p:cNvSpPr>
            <a:spLocks noGrp="1"/>
          </p:cNvSpPr>
          <p:nvPr/>
        </p:nvSpPr>
        <p:spPr>
          <a:xfrm>
            <a:off x="11061268" y="2718626"/>
            <a:ext cx="394670" cy="9525"/>
          </a:xfrm>
          <a:custGeom>
            <a:avLst/>
            <a:gdLst/>
            <a:ahLst/>
            <a:cxnLst/>
            <a:rect l="0" t="0" r="0" b="0"/>
            <a:pathLst>
              <a:path w="394670" h="9525">
                <a:moveTo>
                  <a:pt x="0" y="0"/>
                </a:moveTo>
                <a:lnTo>
                  <a:pt x="39467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6" name="fx-1-29">
            <a:extLst>
              <a:ext uri="{FF2B5EF4-FFF2-40B4-BE49-F238E27FC236}">
                <a16:creationId xmlns:a16="http://schemas.microsoft.com/office/drawing/2014/main" id="{94B1DAD1-1F58-49A8-A711-6A748770828B}"/>
              </a:ext>
            </a:extLst>
          </p:cNvPr>
          <p:cNvSpPr>
            <a:spLocks noGrp="1"/>
          </p:cNvSpPr>
          <p:nvPr/>
        </p:nvSpPr>
        <p:spPr>
          <a:xfrm>
            <a:off x="11061268" y="2843975"/>
            <a:ext cx="394670" cy="9525"/>
          </a:xfrm>
          <a:custGeom>
            <a:avLst/>
            <a:gdLst/>
            <a:ahLst/>
            <a:cxnLst/>
            <a:rect l="0" t="0" r="0" b="0"/>
            <a:pathLst>
              <a:path w="394670" h="9525">
                <a:moveTo>
                  <a:pt x="0" y="0"/>
                </a:moveTo>
                <a:lnTo>
                  <a:pt x="39467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7" name="fx-1-30">
            <a:extLst>
              <a:ext uri="{FF2B5EF4-FFF2-40B4-BE49-F238E27FC236}">
                <a16:creationId xmlns:a16="http://schemas.microsoft.com/office/drawing/2014/main" id="{9E7B378E-3662-4C5F-B5DF-E47F81BFB0EA}"/>
              </a:ext>
            </a:extLst>
          </p:cNvPr>
          <p:cNvSpPr>
            <a:spLocks noGrp="1"/>
          </p:cNvSpPr>
          <p:nvPr/>
        </p:nvSpPr>
        <p:spPr>
          <a:xfrm>
            <a:off x="11061268" y="2969324"/>
            <a:ext cx="394670" cy="9525"/>
          </a:xfrm>
          <a:custGeom>
            <a:avLst/>
            <a:gdLst/>
            <a:ahLst/>
            <a:cxnLst/>
            <a:rect l="0" t="0" r="0" b="0"/>
            <a:pathLst>
              <a:path w="394670" h="9525">
                <a:moveTo>
                  <a:pt x="0" y="0"/>
                </a:moveTo>
                <a:lnTo>
                  <a:pt x="39467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8" name="fx-2-31">
            <a:extLst>
              <a:ext uri="{FF2B5EF4-FFF2-40B4-BE49-F238E27FC236}">
                <a16:creationId xmlns:a16="http://schemas.microsoft.com/office/drawing/2014/main" id="{20F8D82B-D19E-4D41-9EF7-7F978DB1889E}"/>
              </a:ext>
            </a:extLst>
          </p:cNvPr>
          <p:cNvSpPr>
            <a:spLocks noGrp="1"/>
          </p:cNvSpPr>
          <p:nvPr/>
        </p:nvSpPr>
        <p:spPr>
          <a:xfrm>
            <a:off x="9934575" y="3581400"/>
            <a:ext cx="9525" cy="542925"/>
          </a:xfrm>
          <a:custGeom>
            <a:avLst/>
            <a:gdLst/>
            <a:ahLst/>
            <a:cxnLst/>
            <a:rect l="0" t="0" r="0" b="0"/>
            <a:pathLst>
              <a:path w="9525" h="542925">
                <a:moveTo>
                  <a:pt x="0" y="0"/>
                </a:moveTo>
                <a:lnTo>
                  <a:pt x="0" y="542925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9" name="fx-2-32">
            <a:extLst>
              <a:ext uri="{FF2B5EF4-FFF2-40B4-BE49-F238E27FC236}">
                <a16:creationId xmlns:a16="http://schemas.microsoft.com/office/drawing/2014/main" id="{A5692B2B-2E7F-4139-8EBD-5BBA89A3743A}"/>
              </a:ext>
            </a:extLst>
          </p:cNvPr>
          <p:cNvSpPr>
            <a:spLocks noGrp="1"/>
          </p:cNvSpPr>
          <p:nvPr/>
        </p:nvSpPr>
        <p:spPr>
          <a:xfrm>
            <a:off x="9894746" y="405936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20" name="fx-2-33">
            <a:extLst>
              <a:ext uri="{FF2B5EF4-FFF2-40B4-BE49-F238E27FC236}">
                <a16:creationId xmlns:a16="http://schemas.microsoft.com/office/drawing/2014/main" id="{DC727B52-DD79-47AD-863F-970BD30EF3D0}"/>
              </a:ext>
            </a:extLst>
          </p:cNvPr>
          <p:cNvSpPr>
            <a:spLocks noGrp="1"/>
          </p:cNvSpPr>
          <p:nvPr/>
        </p:nvSpPr>
        <p:spPr>
          <a:xfrm>
            <a:off x="8239125" y="4533900"/>
            <a:ext cx="3333750" cy="9525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21" name="fx-2-34">
            <a:extLst>
              <a:ext uri="{FF2B5EF4-FFF2-40B4-BE49-F238E27FC236}">
                <a16:creationId xmlns:a16="http://schemas.microsoft.com/office/drawing/2014/main" id="{9E8F10CA-0F0D-4735-B37A-5A6FB0341174}"/>
              </a:ext>
            </a:extLst>
          </p:cNvPr>
          <p:cNvSpPr>
            <a:spLocks noGrp="1"/>
          </p:cNvSpPr>
          <p:nvPr/>
        </p:nvSpPr>
        <p:spPr>
          <a:xfrm>
            <a:off x="8572500" y="4876800"/>
            <a:ext cx="257175" cy="257175"/>
          </a:xfrm>
          <a:prstGeom prst="ellipse">
            <a:avLst/>
          </a:prstGeom>
          <a:noFill/>
          <a:ln w="19050">
            <a:solidFill>
              <a:srgbClr val="ACD4B8"/>
            </a:solidFill>
          </a:ln>
        </p:spPr>
      </p:sp>
      <p:sp>
        <p:nvSpPr>
          <p:cNvPr id="22" name="fx-2-35">
            <a:extLst>
              <a:ext uri="{FF2B5EF4-FFF2-40B4-BE49-F238E27FC236}">
                <a16:creationId xmlns:a16="http://schemas.microsoft.com/office/drawing/2014/main" id="{E7B56E78-646C-472A-88BA-98202585B267}"/>
              </a:ext>
            </a:extLst>
          </p:cNvPr>
          <p:cNvSpPr>
            <a:spLocks noGrp="1"/>
          </p:cNvSpPr>
          <p:nvPr/>
        </p:nvSpPr>
        <p:spPr>
          <a:xfrm>
            <a:off x="9153525" y="5000625"/>
            <a:ext cx="1971675" cy="9525"/>
          </a:xfrm>
          <a:custGeom>
            <a:avLst/>
            <a:gdLst/>
            <a:ahLst/>
            <a:cxnLst/>
            <a:rect l="0" t="0" r="0" b="0"/>
            <a:pathLst>
              <a:path w="1971675" h="9525">
                <a:moveTo>
                  <a:pt x="0" y="0"/>
                </a:moveTo>
                <a:lnTo>
                  <a:pt x="1971675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</p:spTree>
    <p:extLst>
      <p:ext uri="{BB962C8B-B14F-4D97-AF65-F5344CB8AC3E}">
        <p14:creationId xmlns:p14="http://schemas.microsoft.com/office/powerpoint/2010/main" val="12210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2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28B1717B-ACC1-4171-8439-8C94182D1DC8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02 / CORE FUNCTIONS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F6BFEA-2C01-4597-8717-FD5AEB562F17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清理、压缩、归档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AB8685-B8DB-4A78-ADA0-95424A3332AF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4" name="fx-1-36">
            <a:extLst>
              <a:ext uri="{FF2B5EF4-FFF2-40B4-BE49-F238E27FC236}">
                <a16:creationId xmlns:a16="http://schemas.microsoft.com/office/drawing/2014/main" id="{73076094-330E-4E48-A598-829FB71C758B}"/>
              </a:ext>
            </a:extLst>
          </p:cNvPr>
          <p:cNvSpPr>
            <a:spLocks noGrp="1"/>
          </p:cNvSpPr>
          <p:nvPr/>
        </p:nvSpPr>
        <p:spPr>
          <a:xfrm>
            <a:off x="2003679" y="2800350"/>
            <a:ext cx="689229" cy="771525"/>
          </a:xfrm>
          <a:custGeom>
            <a:avLst/>
            <a:gdLst/>
            <a:ahLst/>
            <a:cxnLst/>
            <a:rect l="0" t="0" r="0" b="0"/>
            <a:pathLst>
              <a:path w="689229" h="771525">
                <a:moveTo>
                  <a:pt x="0" y="0"/>
                </a:moveTo>
                <a:lnTo>
                  <a:pt x="72009" y="771525"/>
                </a:lnTo>
                <a:lnTo>
                  <a:pt x="617220" y="771525"/>
                </a:lnTo>
                <a:lnTo>
                  <a:pt x="689229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5" name="fx-1-37">
            <a:extLst>
              <a:ext uri="{FF2B5EF4-FFF2-40B4-BE49-F238E27FC236}">
                <a16:creationId xmlns:a16="http://schemas.microsoft.com/office/drawing/2014/main" id="{CC9F2D0B-87A5-4342-A797-2C858C38D550}"/>
              </a:ext>
            </a:extLst>
          </p:cNvPr>
          <p:cNvSpPr>
            <a:spLocks noGrp="1"/>
          </p:cNvSpPr>
          <p:nvPr/>
        </p:nvSpPr>
        <p:spPr>
          <a:xfrm>
            <a:off x="1900809" y="2769489"/>
            <a:ext cx="894969" cy="9525"/>
          </a:xfrm>
          <a:custGeom>
            <a:avLst/>
            <a:gdLst/>
            <a:ahLst/>
            <a:cxnLst/>
            <a:rect l="0" t="0" r="0" b="0"/>
            <a:pathLst>
              <a:path w="894969" h="9525">
                <a:moveTo>
                  <a:pt x="0" y="0"/>
                </a:moveTo>
                <a:lnTo>
                  <a:pt x="894969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6" name="fx-1-38">
            <a:extLst>
              <a:ext uri="{FF2B5EF4-FFF2-40B4-BE49-F238E27FC236}">
                <a16:creationId xmlns:a16="http://schemas.microsoft.com/office/drawing/2014/main" id="{6B66F22D-9C0B-47E6-A2B3-E927D101B1FB}"/>
              </a:ext>
            </a:extLst>
          </p:cNvPr>
          <p:cNvSpPr>
            <a:spLocks noGrp="1"/>
          </p:cNvSpPr>
          <p:nvPr/>
        </p:nvSpPr>
        <p:spPr>
          <a:xfrm>
            <a:off x="2157984" y="2543175"/>
            <a:ext cx="370332" cy="205740"/>
          </a:xfrm>
          <a:custGeom>
            <a:avLst/>
            <a:gdLst/>
            <a:ahLst/>
            <a:cxnLst/>
            <a:rect l="0" t="0" r="0" b="0"/>
            <a:pathLst>
              <a:path w="370332" h="205740">
                <a:moveTo>
                  <a:pt x="0" y="205740"/>
                </a:moveTo>
                <a:lnTo>
                  <a:pt x="41148" y="0"/>
                </a:lnTo>
                <a:lnTo>
                  <a:pt x="339471" y="0"/>
                </a:lnTo>
                <a:lnTo>
                  <a:pt x="370332" y="20574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39">
            <a:extLst>
              <a:ext uri="{FF2B5EF4-FFF2-40B4-BE49-F238E27FC236}">
                <a16:creationId xmlns:a16="http://schemas.microsoft.com/office/drawing/2014/main" id="{16185E44-C6FC-4E34-97EE-D54FC59A7E91}"/>
              </a:ext>
            </a:extLst>
          </p:cNvPr>
          <p:cNvSpPr>
            <a:spLocks noGrp="1"/>
          </p:cNvSpPr>
          <p:nvPr/>
        </p:nvSpPr>
        <p:spPr>
          <a:xfrm>
            <a:off x="2260854" y="2975229"/>
            <a:ext cx="9525" cy="390906"/>
          </a:xfrm>
          <a:custGeom>
            <a:avLst/>
            <a:gdLst/>
            <a:ahLst/>
            <a:cxnLst/>
            <a:rect l="0" t="0" r="0" b="0"/>
            <a:pathLst>
              <a:path w="9525" h="390906">
                <a:moveTo>
                  <a:pt x="0" y="0"/>
                </a:moveTo>
                <a:lnTo>
                  <a:pt x="0" y="390906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8" name="fx-1-40">
            <a:extLst>
              <a:ext uri="{FF2B5EF4-FFF2-40B4-BE49-F238E27FC236}">
                <a16:creationId xmlns:a16="http://schemas.microsoft.com/office/drawing/2014/main" id="{F65E03D4-D9E1-48D7-A489-331350ED8AE8}"/>
              </a:ext>
            </a:extLst>
          </p:cNvPr>
          <p:cNvSpPr>
            <a:spLocks noGrp="1"/>
          </p:cNvSpPr>
          <p:nvPr/>
        </p:nvSpPr>
        <p:spPr>
          <a:xfrm>
            <a:off x="2456307" y="2975229"/>
            <a:ext cx="9525" cy="390906"/>
          </a:xfrm>
          <a:custGeom>
            <a:avLst/>
            <a:gdLst/>
            <a:ahLst/>
            <a:cxnLst/>
            <a:rect l="0" t="0" r="0" b="0"/>
            <a:pathLst>
              <a:path w="9525" h="390906">
                <a:moveTo>
                  <a:pt x="0" y="0"/>
                </a:moveTo>
                <a:lnTo>
                  <a:pt x="0" y="390906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9" name="fx-1-41">
            <a:extLst>
              <a:ext uri="{FF2B5EF4-FFF2-40B4-BE49-F238E27FC236}">
                <a16:creationId xmlns:a16="http://schemas.microsoft.com/office/drawing/2014/main" id="{0457F5C0-414C-4F4A-A163-787F54B4BFB4}"/>
              </a:ext>
            </a:extLst>
          </p:cNvPr>
          <p:cNvSpPr>
            <a:spLocks noGrp="1"/>
          </p:cNvSpPr>
          <p:nvPr/>
        </p:nvSpPr>
        <p:spPr>
          <a:xfrm>
            <a:off x="857250" y="4010025"/>
            <a:ext cx="2971800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清理</a:t>
            </a:r>
          </a:p>
        </p:txBody>
      </p:sp>
      <p:sp>
        <p:nvSpPr>
          <p:cNvPr id="10" name="fx-1-42">
            <a:extLst>
              <a:ext uri="{FF2B5EF4-FFF2-40B4-BE49-F238E27FC236}">
                <a16:creationId xmlns:a16="http://schemas.microsoft.com/office/drawing/2014/main" id="{DF88B784-FDF3-4E83-976B-06A69856BA4E}"/>
              </a:ext>
            </a:extLst>
          </p:cNvPr>
          <p:cNvSpPr>
            <a:spLocks noGrp="1"/>
          </p:cNvSpPr>
          <p:nvPr/>
        </p:nvSpPr>
        <p:spPr>
          <a:xfrm>
            <a:off x="857250" y="4791075"/>
            <a:ext cx="2971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删掉残留</a:t>
            </a:r>
          </a:p>
        </p:txBody>
      </p:sp>
      <p:sp>
        <p:nvSpPr>
          <p:cNvPr id="11" name="fx-2-43">
            <a:extLst>
              <a:ext uri="{FF2B5EF4-FFF2-40B4-BE49-F238E27FC236}">
                <a16:creationId xmlns:a16="http://schemas.microsoft.com/office/drawing/2014/main" id="{8E5A4CCF-F785-47BB-92D1-509FB7E232A0}"/>
              </a:ext>
            </a:extLst>
          </p:cNvPr>
          <p:cNvSpPr>
            <a:spLocks noGrp="1"/>
          </p:cNvSpPr>
          <p:nvPr/>
        </p:nvSpPr>
        <p:spPr>
          <a:xfrm>
            <a:off x="6096000" y="2728341"/>
            <a:ext cx="9525" cy="658368"/>
          </a:xfrm>
          <a:custGeom>
            <a:avLst/>
            <a:gdLst/>
            <a:ahLst/>
            <a:cxnLst/>
            <a:rect l="0" t="0" r="0" b="0"/>
            <a:pathLst>
              <a:path w="9525" h="658368">
                <a:moveTo>
                  <a:pt x="0" y="0"/>
                </a:moveTo>
                <a:lnTo>
                  <a:pt x="0" y="65836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2" name="fx-2-44">
            <a:extLst>
              <a:ext uri="{FF2B5EF4-FFF2-40B4-BE49-F238E27FC236}">
                <a16:creationId xmlns:a16="http://schemas.microsoft.com/office/drawing/2014/main" id="{282E0003-7B9C-424E-9D33-C3B359C66143}"/>
              </a:ext>
            </a:extLst>
          </p:cNvPr>
          <p:cNvSpPr>
            <a:spLocks noGrp="1"/>
          </p:cNvSpPr>
          <p:nvPr/>
        </p:nvSpPr>
        <p:spPr>
          <a:xfrm>
            <a:off x="5581650" y="2903220"/>
            <a:ext cx="390906" cy="9525"/>
          </a:xfrm>
          <a:custGeom>
            <a:avLst/>
            <a:gdLst/>
            <a:ahLst/>
            <a:cxnLst/>
            <a:rect l="0" t="0" r="0" b="0"/>
            <a:pathLst>
              <a:path w="390906" h="9525">
                <a:moveTo>
                  <a:pt x="0" y="0"/>
                </a:moveTo>
                <a:lnTo>
                  <a:pt x="390906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3" name="fx-2-45">
            <a:extLst>
              <a:ext uri="{FF2B5EF4-FFF2-40B4-BE49-F238E27FC236}">
                <a16:creationId xmlns:a16="http://schemas.microsoft.com/office/drawing/2014/main" id="{34AE4346-85D6-4A7A-937C-7B737CF14E81}"/>
              </a:ext>
            </a:extLst>
          </p:cNvPr>
          <p:cNvSpPr>
            <a:spLocks noGrp="1"/>
          </p:cNvSpPr>
          <p:nvPr/>
        </p:nvSpPr>
        <p:spPr>
          <a:xfrm>
            <a:off x="5907594" y="2863391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4" name="fx-2-46">
            <a:extLst>
              <a:ext uri="{FF2B5EF4-FFF2-40B4-BE49-F238E27FC236}">
                <a16:creationId xmlns:a16="http://schemas.microsoft.com/office/drawing/2014/main" id="{63F28B4C-B0C1-4112-A724-F6AEB90ED600}"/>
              </a:ext>
            </a:extLst>
          </p:cNvPr>
          <p:cNvSpPr>
            <a:spLocks noGrp="1"/>
          </p:cNvSpPr>
          <p:nvPr/>
        </p:nvSpPr>
        <p:spPr>
          <a:xfrm>
            <a:off x="6219444" y="3211830"/>
            <a:ext cx="390906" cy="9525"/>
          </a:xfrm>
          <a:custGeom>
            <a:avLst/>
            <a:gdLst/>
            <a:ahLst/>
            <a:cxnLst/>
            <a:rect l="0" t="0" r="0" b="0"/>
            <a:pathLst>
              <a:path w="390906" h="9525">
                <a:moveTo>
                  <a:pt x="390906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5" name="fx-2-47">
            <a:extLst>
              <a:ext uri="{FF2B5EF4-FFF2-40B4-BE49-F238E27FC236}">
                <a16:creationId xmlns:a16="http://schemas.microsoft.com/office/drawing/2014/main" id="{E569C8AC-ED93-4045-95EE-7421BFF888A5}"/>
              </a:ext>
            </a:extLst>
          </p:cNvPr>
          <p:cNvSpPr>
            <a:spLocks noGrp="1"/>
          </p:cNvSpPr>
          <p:nvPr/>
        </p:nvSpPr>
        <p:spPr>
          <a:xfrm>
            <a:off x="6219444" y="3172001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64962" y="0"/>
                </a:moveTo>
                <a:lnTo>
                  <a:pt x="0" y="39829"/>
                </a:lnTo>
                <a:lnTo>
                  <a:pt x="64962" y="7965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6" name="fx-2-48">
            <a:extLst>
              <a:ext uri="{FF2B5EF4-FFF2-40B4-BE49-F238E27FC236}">
                <a16:creationId xmlns:a16="http://schemas.microsoft.com/office/drawing/2014/main" id="{50CB5F22-D359-4A01-8F34-CA5DA0FC44A8}"/>
              </a:ext>
            </a:extLst>
          </p:cNvPr>
          <p:cNvSpPr>
            <a:spLocks noGrp="1"/>
          </p:cNvSpPr>
          <p:nvPr/>
        </p:nvSpPr>
        <p:spPr>
          <a:xfrm>
            <a:off x="4610100" y="4010025"/>
            <a:ext cx="2971800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压缩</a:t>
            </a:r>
          </a:p>
        </p:txBody>
      </p:sp>
      <p:sp>
        <p:nvSpPr>
          <p:cNvPr id="17" name="fx-2-49">
            <a:extLst>
              <a:ext uri="{FF2B5EF4-FFF2-40B4-BE49-F238E27FC236}">
                <a16:creationId xmlns:a16="http://schemas.microsoft.com/office/drawing/2014/main" id="{5DD60C7A-1D84-4723-915D-FFAC67EFCF77}"/>
              </a:ext>
            </a:extLst>
          </p:cNvPr>
          <p:cNvSpPr>
            <a:spLocks noGrp="1"/>
          </p:cNvSpPr>
          <p:nvPr/>
        </p:nvSpPr>
        <p:spPr>
          <a:xfrm>
            <a:off x="4610100" y="4791075"/>
            <a:ext cx="2971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减小体积</a:t>
            </a:r>
          </a:p>
        </p:txBody>
      </p:sp>
      <p:sp>
        <p:nvSpPr>
          <p:cNvPr id="18" name="fx-3-50">
            <a:extLst>
              <a:ext uri="{FF2B5EF4-FFF2-40B4-BE49-F238E27FC236}">
                <a16:creationId xmlns:a16="http://schemas.microsoft.com/office/drawing/2014/main" id="{93B70B3C-00F3-4FBB-B4C9-7DB052F3A80C}"/>
              </a:ext>
            </a:extLst>
          </p:cNvPr>
          <p:cNvSpPr>
            <a:spLocks noGrp="1"/>
          </p:cNvSpPr>
          <p:nvPr/>
        </p:nvSpPr>
        <p:spPr>
          <a:xfrm>
            <a:off x="9334500" y="2646868"/>
            <a:ext cx="1028700" cy="172822"/>
          </a:xfrm>
          <a:prstGeom prst="roundRect">
            <a:avLst>
              <a:gd name="adj" fmla="val 16534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19" name="fx-3-51">
            <a:extLst>
              <a:ext uri="{FF2B5EF4-FFF2-40B4-BE49-F238E27FC236}">
                <a16:creationId xmlns:a16="http://schemas.microsoft.com/office/drawing/2014/main" id="{9261BAF6-72FF-4435-916B-DE169AC373FB}"/>
              </a:ext>
            </a:extLst>
          </p:cNvPr>
          <p:cNvSpPr>
            <a:spLocks noGrp="1"/>
          </p:cNvSpPr>
          <p:nvPr/>
        </p:nvSpPr>
        <p:spPr>
          <a:xfrm>
            <a:off x="9416796" y="2819690"/>
            <a:ext cx="864108" cy="587593"/>
          </a:xfrm>
          <a:custGeom>
            <a:avLst/>
            <a:gdLst/>
            <a:ahLst/>
            <a:cxnLst/>
            <a:rect l="0" t="0" r="0" b="0"/>
            <a:pathLst>
              <a:path w="864108" h="587593">
                <a:moveTo>
                  <a:pt x="0" y="0"/>
                </a:moveTo>
                <a:lnTo>
                  <a:pt x="0" y="587593"/>
                </a:lnTo>
                <a:lnTo>
                  <a:pt x="864108" y="587593"/>
                </a:lnTo>
                <a:lnTo>
                  <a:pt x="864108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0" name="fx-3-52">
            <a:extLst>
              <a:ext uri="{FF2B5EF4-FFF2-40B4-BE49-F238E27FC236}">
                <a16:creationId xmlns:a16="http://schemas.microsoft.com/office/drawing/2014/main" id="{74F70E66-9DF9-4B3C-ABDB-08E7841740E4}"/>
              </a:ext>
            </a:extLst>
          </p:cNvPr>
          <p:cNvSpPr>
            <a:spLocks noGrp="1"/>
          </p:cNvSpPr>
          <p:nvPr/>
        </p:nvSpPr>
        <p:spPr>
          <a:xfrm>
            <a:off x="9725406" y="3044358"/>
            <a:ext cx="246888" cy="9525"/>
          </a:xfrm>
          <a:custGeom>
            <a:avLst/>
            <a:gdLst/>
            <a:ahLst/>
            <a:cxnLst/>
            <a:rect l="0" t="0" r="0" b="0"/>
            <a:pathLst>
              <a:path w="246888" h="9525">
                <a:moveTo>
                  <a:pt x="0" y="0"/>
                </a:moveTo>
                <a:lnTo>
                  <a:pt x="246888" y="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21" name="fx-3-53">
            <a:extLst>
              <a:ext uri="{FF2B5EF4-FFF2-40B4-BE49-F238E27FC236}">
                <a16:creationId xmlns:a16="http://schemas.microsoft.com/office/drawing/2014/main" id="{E13CE16D-64D1-45F0-8877-46DA895A9DBF}"/>
              </a:ext>
            </a:extLst>
          </p:cNvPr>
          <p:cNvSpPr>
            <a:spLocks noGrp="1"/>
          </p:cNvSpPr>
          <p:nvPr/>
        </p:nvSpPr>
        <p:spPr>
          <a:xfrm>
            <a:off x="8362950" y="4010025"/>
            <a:ext cx="2971800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归档</a:t>
            </a:r>
          </a:p>
        </p:txBody>
      </p:sp>
      <p:sp>
        <p:nvSpPr>
          <p:cNvPr id="22" name="fx-3-54">
            <a:extLst>
              <a:ext uri="{FF2B5EF4-FFF2-40B4-BE49-F238E27FC236}">
                <a16:creationId xmlns:a16="http://schemas.microsoft.com/office/drawing/2014/main" id="{DE5C3F2A-B0AB-43F7-87EA-3AB5C6175B3C}"/>
              </a:ext>
            </a:extLst>
          </p:cNvPr>
          <p:cNvSpPr>
            <a:spLocks noGrp="1"/>
          </p:cNvSpPr>
          <p:nvPr/>
        </p:nvSpPr>
        <p:spPr>
          <a:xfrm>
            <a:off x="8362950" y="4791075"/>
            <a:ext cx="29718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用时找到</a:t>
            </a:r>
          </a:p>
        </p:txBody>
      </p:sp>
    </p:spTree>
    <p:extLst>
      <p:ext uri="{BB962C8B-B14F-4D97-AF65-F5344CB8AC3E}">
        <p14:creationId xmlns:p14="http://schemas.microsoft.com/office/powerpoint/2010/main" val="6297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2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2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6" grpId="0"/>
      <p:bldP spid="17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8B9938EE-2BFE-46B4-8743-77EE391F76A5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425" b="0" dirty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03</a:t>
            </a:r>
            <a:r>
              <a:rPr sz="1425" b="0" dirty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 / CLEANUP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75C39A-5096-41B8-9FE5-7A4F4212E8B8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软件删了，残留可能还在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75EC06-5CFE-4494-85B8-7ABFC334EA1E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7466ED-D7C1-4A56-A528-7AFE13916429}"/>
              </a:ext>
            </a:extLst>
          </p:cNvPr>
          <p:cNvSpPr>
            <a:spLocks noGrp="1"/>
          </p:cNvSpPr>
          <p:nvPr/>
        </p:nvSpPr>
        <p:spPr>
          <a:xfrm>
            <a:off x="723900" y="2028825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本地处理，无需上传文件内容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B184AD-E0D9-4F46-A4C6-63B0589AB8E6}"/>
              </a:ext>
            </a:extLst>
          </p:cNvPr>
          <p:cNvSpPr>
            <a:spLocks noGrp="1"/>
          </p:cNvSpPr>
          <p:nvPr/>
        </p:nvSpPr>
        <p:spPr>
          <a:xfrm>
            <a:off x="714375" y="5819775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基于 Mole，GitHub 约 7.1 万 Stars（2026-10-17）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0FD256-FAE8-4BE1-AC23-CA88EA0E288C}"/>
              </a:ext>
            </a:extLst>
          </p:cNvPr>
          <p:cNvSpPr>
            <a:spLocks noGrp="1"/>
          </p:cNvSpPr>
          <p:nvPr/>
        </p:nvSpPr>
        <p:spPr>
          <a:xfrm>
            <a:off x="714375" y="6124575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真实系统清理结果待实机验证</a:t>
            </a:r>
          </a:p>
        </p:txBody>
      </p:sp>
      <p:sp>
        <p:nvSpPr>
          <p:cNvPr id="7" name="fx-1-91">
            <a:extLst>
              <a:ext uri="{FF2B5EF4-FFF2-40B4-BE49-F238E27FC236}">
                <a16:creationId xmlns:a16="http://schemas.microsoft.com/office/drawing/2014/main" id="{FB7056A5-8F87-4906-81AC-02A68C4087B7}"/>
              </a:ext>
            </a:extLst>
          </p:cNvPr>
          <p:cNvSpPr>
            <a:spLocks noGrp="1"/>
          </p:cNvSpPr>
          <p:nvPr/>
        </p:nvSpPr>
        <p:spPr>
          <a:xfrm>
            <a:off x="1362075" y="3263722"/>
            <a:ext cx="914400" cy="520751"/>
          </a:xfrm>
          <a:custGeom>
            <a:avLst/>
            <a:gdLst/>
            <a:ahLst/>
            <a:cxnLst/>
            <a:rect l="0" t="0" r="0" b="0"/>
            <a:pathLst>
              <a:path w="914400" h="520751">
                <a:moveTo>
                  <a:pt x="0" y="0"/>
                </a:moveTo>
                <a:lnTo>
                  <a:pt x="338328" y="0"/>
                </a:lnTo>
                <a:lnTo>
                  <a:pt x="438912" y="91897"/>
                </a:lnTo>
                <a:lnTo>
                  <a:pt x="914400" y="91897"/>
                </a:lnTo>
                <a:lnTo>
                  <a:pt x="914400" y="520751"/>
                </a:lnTo>
                <a:lnTo>
                  <a:pt x="0" y="520751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8" name="fx-1-92">
            <a:extLst>
              <a:ext uri="{FF2B5EF4-FFF2-40B4-BE49-F238E27FC236}">
                <a16:creationId xmlns:a16="http://schemas.microsoft.com/office/drawing/2014/main" id="{9883CFE6-7985-4F41-B25A-968497AA7462}"/>
              </a:ext>
            </a:extLst>
          </p:cNvPr>
          <p:cNvSpPr>
            <a:spLocks noGrp="1"/>
          </p:cNvSpPr>
          <p:nvPr/>
        </p:nvSpPr>
        <p:spPr>
          <a:xfrm>
            <a:off x="600075" y="4371975"/>
            <a:ext cx="24384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缓存</a:t>
            </a:r>
          </a:p>
        </p:txBody>
      </p:sp>
      <p:sp>
        <p:nvSpPr>
          <p:cNvPr id="9" name="fx-2-93">
            <a:extLst>
              <a:ext uri="{FF2B5EF4-FFF2-40B4-BE49-F238E27FC236}">
                <a16:creationId xmlns:a16="http://schemas.microsoft.com/office/drawing/2014/main" id="{289F8B6E-E106-4630-8E56-D5FEF83B70A6}"/>
              </a:ext>
            </a:extLst>
          </p:cNvPr>
          <p:cNvSpPr>
            <a:spLocks noGrp="1"/>
          </p:cNvSpPr>
          <p:nvPr/>
        </p:nvSpPr>
        <p:spPr>
          <a:xfrm>
            <a:off x="4324350" y="3114675"/>
            <a:ext cx="622554" cy="819150"/>
          </a:xfrm>
          <a:custGeom>
            <a:avLst/>
            <a:gdLst/>
            <a:ahLst/>
            <a:cxnLst/>
            <a:rect l="0" t="0" r="0" b="0"/>
            <a:pathLst>
              <a:path w="622554" h="819150">
                <a:moveTo>
                  <a:pt x="0" y="0"/>
                </a:moveTo>
                <a:lnTo>
                  <a:pt x="442341" y="0"/>
                </a:lnTo>
                <a:lnTo>
                  <a:pt x="622554" y="180213"/>
                </a:lnTo>
                <a:lnTo>
                  <a:pt x="622554" y="819150"/>
                </a:lnTo>
                <a:lnTo>
                  <a:pt x="0" y="81915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0" name="fx-2-94">
            <a:extLst>
              <a:ext uri="{FF2B5EF4-FFF2-40B4-BE49-F238E27FC236}">
                <a16:creationId xmlns:a16="http://schemas.microsoft.com/office/drawing/2014/main" id="{C297606B-32AF-4CF4-8F99-C9BB2E835F77}"/>
              </a:ext>
            </a:extLst>
          </p:cNvPr>
          <p:cNvSpPr>
            <a:spLocks noGrp="1"/>
          </p:cNvSpPr>
          <p:nvPr/>
        </p:nvSpPr>
        <p:spPr>
          <a:xfrm>
            <a:off x="4766691" y="3114675"/>
            <a:ext cx="180213" cy="180213"/>
          </a:xfrm>
          <a:custGeom>
            <a:avLst/>
            <a:gdLst/>
            <a:ahLst/>
            <a:cxnLst/>
            <a:rect l="0" t="0" r="0" b="0"/>
            <a:pathLst>
              <a:path w="180213" h="180213">
                <a:moveTo>
                  <a:pt x="0" y="0"/>
                </a:moveTo>
                <a:lnTo>
                  <a:pt x="0" y="180213"/>
                </a:lnTo>
                <a:lnTo>
                  <a:pt x="180213" y="180213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1" name="fx-2-95">
            <a:extLst>
              <a:ext uri="{FF2B5EF4-FFF2-40B4-BE49-F238E27FC236}">
                <a16:creationId xmlns:a16="http://schemas.microsoft.com/office/drawing/2014/main" id="{368801FC-9BFD-41EF-B747-DED2DD1F9716}"/>
              </a:ext>
            </a:extLst>
          </p:cNvPr>
          <p:cNvSpPr>
            <a:spLocks noGrp="1"/>
          </p:cNvSpPr>
          <p:nvPr/>
        </p:nvSpPr>
        <p:spPr>
          <a:xfrm>
            <a:off x="4448861" y="3466910"/>
            <a:ext cx="361081" cy="9525"/>
          </a:xfrm>
          <a:custGeom>
            <a:avLst/>
            <a:gdLst/>
            <a:ahLst/>
            <a:cxnLst/>
            <a:rect l="0" t="0" r="0" b="0"/>
            <a:pathLst>
              <a:path w="361081" h="9525">
                <a:moveTo>
                  <a:pt x="0" y="0"/>
                </a:moveTo>
                <a:lnTo>
                  <a:pt x="361081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2" name="fx-2-96">
            <a:extLst>
              <a:ext uri="{FF2B5EF4-FFF2-40B4-BE49-F238E27FC236}">
                <a16:creationId xmlns:a16="http://schemas.microsoft.com/office/drawing/2014/main" id="{58F5570A-1357-4CC5-88F6-B9AEF2222EBE}"/>
              </a:ext>
            </a:extLst>
          </p:cNvPr>
          <p:cNvSpPr>
            <a:spLocks noGrp="1"/>
          </p:cNvSpPr>
          <p:nvPr/>
        </p:nvSpPr>
        <p:spPr>
          <a:xfrm>
            <a:off x="4448861" y="3581591"/>
            <a:ext cx="361081" cy="9525"/>
          </a:xfrm>
          <a:custGeom>
            <a:avLst/>
            <a:gdLst/>
            <a:ahLst/>
            <a:cxnLst/>
            <a:rect l="0" t="0" r="0" b="0"/>
            <a:pathLst>
              <a:path w="361081" h="9525">
                <a:moveTo>
                  <a:pt x="0" y="0"/>
                </a:moveTo>
                <a:lnTo>
                  <a:pt x="361081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3" name="fx-2-97">
            <a:extLst>
              <a:ext uri="{FF2B5EF4-FFF2-40B4-BE49-F238E27FC236}">
                <a16:creationId xmlns:a16="http://schemas.microsoft.com/office/drawing/2014/main" id="{4E998D9F-C74C-48F1-AEC9-854D5E4CFC2A}"/>
              </a:ext>
            </a:extLst>
          </p:cNvPr>
          <p:cNvSpPr>
            <a:spLocks noGrp="1"/>
          </p:cNvSpPr>
          <p:nvPr/>
        </p:nvSpPr>
        <p:spPr>
          <a:xfrm>
            <a:off x="4448861" y="3696272"/>
            <a:ext cx="361081" cy="9525"/>
          </a:xfrm>
          <a:custGeom>
            <a:avLst/>
            <a:gdLst/>
            <a:ahLst/>
            <a:cxnLst/>
            <a:rect l="0" t="0" r="0" b="0"/>
            <a:pathLst>
              <a:path w="361081" h="9525">
                <a:moveTo>
                  <a:pt x="0" y="0"/>
                </a:moveTo>
                <a:lnTo>
                  <a:pt x="361081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4" name="fx-2-98">
            <a:extLst>
              <a:ext uri="{FF2B5EF4-FFF2-40B4-BE49-F238E27FC236}">
                <a16:creationId xmlns:a16="http://schemas.microsoft.com/office/drawing/2014/main" id="{49CC1E33-85B2-4B31-82CD-763FDE035BC0}"/>
              </a:ext>
            </a:extLst>
          </p:cNvPr>
          <p:cNvSpPr>
            <a:spLocks noGrp="1"/>
          </p:cNvSpPr>
          <p:nvPr/>
        </p:nvSpPr>
        <p:spPr>
          <a:xfrm>
            <a:off x="3429000" y="4371975"/>
            <a:ext cx="24384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日志</a:t>
            </a:r>
          </a:p>
        </p:txBody>
      </p:sp>
      <p:sp>
        <p:nvSpPr>
          <p:cNvPr id="15" name="fx-3-99">
            <a:extLst>
              <a:ext uri="{FF2B5EF4-FFF2-40B4-BE49-F238E27FC236}">
                <a16:creationId xmlns:a16="http://schemas.microsoft.com/office/drawing/2014/main" id="{AFDC71C2-2ED9-4D2D-9CEB-D23A083EF7DB}"/>
              </a:ext>
            </a:extLst>
          </p:cNvPr>
          <p:cNvSpPr>
            <a:spLocks noGrp="1"/>
          </p:cNvSpPr>
          <p:nvPr/>
        </p:nvSpPr>
        <p:spPr>
          <a:xfrm>
            <a:off x="7153275" y="3114675"/>
            <a:ext cx="622554" cy="819150"/>
          </a:xfrm>
          <a:custGeom>
            <a:avLst/>
            <a:gdLst/>
            <a:ahLst/>
            <a:cxnLst/>
            <a:rect l="0" t="0" r="0" b="0"/>
            <a:pathLst>
              <a:path w="622554" h="819150">
                <a:moveTo>
                  <a:pt x="0" y="0"/>
                </a:moveTo>
                <a:lnTo>
                  <a:pt x="442341" y="0"/>
                </a:lnTo>
                <a:lnTo>
                  <a:pt x="622554" y="180213"/>
                </a:lnTo>
                <a:lnTo>
                  <a:pt x="622554" y="819150"/>
                </a:lnTo>
                <a:lnTo>
                  <a:pt x="0" y="81915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6" name="fx-3-100">
            <a:extLst>
              <a:ext uri="{FF2B5EF4-FFF2-40B4-BE49-F238E27FC236}">
                <a16:creationId xmlns:a16="http://schemas.microsoft.com/office/drawing/2014/main" id="{C487D65F-18F8-4B7C-8531-5050A77DF239}"/>
              </a:ext>
            </a:extLst>
          </p:cNvPr>
          <p:cNvSpPr>
            <a:spLocks noGrp="1"/>
          </p:cNvSpPr>
          <p:nvPr/>
        </p:nvSpPr>
        <p:spPr>
          <a:xfrm>
            <a:off x="7595616" y="3114675"/>
            <a:ext cx="180213" cy="180213"/>
          </a:xfrm>
          <a:custGeom>
            <a:avLst/>
            <a:gdLst/>
            <a:ahLst/>
            <a:cxnLst/>
            <a:rect l="0" t="0" r="0" b="0"/>
            <a:pathLst>
              <a:path w="180213" h="180213">
                <a:moveTo>
                  <a:pt x="0" y="0"/>
                </a:moveTo>
                <a:lnTo>
                  <a:pt x="0" y="180213"/>
                </a:lnTo>
                <a:lnTo>
                  <a:pt x="180213" y="180213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7" name="fx-3-101">
            <a:extLst>
              <a:ext uri="{FF2B5EF4-FFF2-40B4-BE49-F238E27FC236}">
                <a16:creationId xmlns:a16="http://schemas.microsoft.com/office/drawing/2014/main" id="{417C865B-545E-497E-82F4-5E6D98D08DA2}"/>
              </a:ext>
            </a:extLst>
          </p:cNvPr>
          <p:cNvSpPr>
            <a:spLocks noGrp="1"/>
          </p:cNvSpPr>
          <p:nvPr/>
        </p:nvSpPr>
        <p:spPr>
          <a:xfrm>
            <a:off x="7277786" y="3466910"/>
            <a:ext cx="361081" cy="9525"/>
          </a:xfrm>
          <a:custGeom>
            <a:avLst/>
            <a:gdLst/>
            <a:ahLst/>
            <a:cxnLst/>
            <a:rect l="0" t="0" r="0" b="0"/>
            <a:pathLst>
              <a:path w="361081" h="9525">
                <a:moveTo>
                  <a:pt x="0" y="0"/>
                </a:moveTo>
                <a:lnTo>
                  <a:pt x="361081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8" name="fx-3-102">
            <a:extLst>
              <a:ext uri="{FF2B5EF4-FFF2-40B4-BE49-F238E27FC236}">
                <a16:creationId xmlns:a16="http://schemas.microsoft.com/office/drawing/2014/main" id="{67BA5261-AFC9-4B2C-BA39-26C42A1E6742}"/>
              </a:ext>
            </a:extLst>
          </p:cNvPr>
          <p:cNvSpPr>
            <a:spLocks noGrp="1"/>
          </p:cNvSpPr>
          <p:nvPr/>
        </p:nvSpPr>
        <p:spPr>
          <a:xfrm>
            <a:off x="7277786" y="3581591"/>
            <a:ext cx="361081" cy="9525"/>
          </a:xfrm>
          <a:custGeom>
            <a:avLst/>
            <a:gdLst/>
            <a:ahLst/>
            <a:cxnLst/>
            <a:rect l="0" t="0" r="0" b="0"/>
            <a:pathLst>
              <a:path w="361081" h="9525">
                <a:moveTo>
                  <a:pt x="0" y="0"/>
                </a:moveTo>
                <a:lnTo>
                  <a:pt x="361081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9" name="fx-3-103">
            <a:extLst>
              <a:ext uri="{FF2B5EF4-FFF2-40B4-BE49-F238E27FC236}">
                <a16:creationId xmlns:a16="http://schemas.microsoft.com/office/drawing/2014/main" id="{AA74803A-D306-40EA-BFFF-33FEFA8741E3}"/>
              </a:ext>
            </a:extLst>
          </p:cNvPr>
          <p:cNvSpPr>
            <a:spLocks noGrp="1"/>
          </p:cNvSpPr>
          <p:nvPr/>
        </p:nvSpPr>
        <p:spPr>
          <a:xfrm>
            <a:off x="7277786" y="3696272"/>
            <a:ext cx="361081" cy="9525"/>
          </a:xfrm>
          <a:custGeom>
            <a:avLst/>
            <a:gdLst/>
            <a:ahLst/>
            <a:cxnLst/>
            <a:rect l="0" t="0" r="0" b="0"/>
            <a:pathLst>
              <a:path w="361081" h="9525">
                <a:moveTo>
                  <a:pt x="0" y="0"/>
                </a:moveTo>
                <a:lnTo>
                  <a:pt x="361081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0" name="fx-3-104">
            <a:extLst>
              <a:ext uri="{FF2B5EF4-FFF2-40B4-BE49-F238E27FC236}">
                <a16:creationId xmlns:a16="http://schemas.microsoft.com/office/drawing/2014/main" id="{FF8B6414-C8B9-401C-87CF-1B1FAF011E10}"/>
              </a:ext>
            </a:extLst>
          </p:cNvPr>
          <p:cNvSpPr>
            <a:spLocks noGrp="1"/>
          </p:cNvSpPr>
          <p:nvPr/>
        </p:nvSpPr>
        <p:spPr>
          <a:xfrm>
            <a:off x="6257925" y="4371975"/>
            <a:ext cx="24384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临时文件</a:t>
            </a:r>
          </a:p>
        </p:txBody>
      </p:sp>
      <p:sp>
        <p:nvSpPr>
          <p:cNvPr id="21" name="fx-4-105">
            <a:extLst>
              <a:ext uri="{FF2B5EF4-FFF2-40B4-BE49-F238E27FC236}">
                <a16:creationId xmlns:a16="http://schemas.microsoft.com/office/drawing/2014/main" id="{AAA42841-589F-4FE8-B5B5-39CAFF0676DB}"/>
              </a:ext>
            </a:extLst>
          </p:cNvPr>
          <p:cNvSpPr>
            <a:spLocks noGrp="1"/>
          </p:cNvSpPr>
          <p:nvPr/>
        </p:nvSpPr>
        <p:spPr>
          <a:xfrm>
            <a:off x="10035730" y="3319463"/>
            <a:ext cx="548831" cy="614363"/>
          </a:xfrm>
          <a:custGeom>
            <a:avLst/>
            <a:gdLst/>
            <a:ahLst/>
            <a:cxnLst/>
            <a:rect l="0" t="0" r="0" b="0"/>
            <a:pathLst>
              <a:path w="548831" h="614363">
                <a:moveTo>
                  <a:pt x="0" y="0"/>
                </a:moveTo>
                <a:lnTo>
                  <a:pt x="57341" y="614363"/>
                </a:lnTo>
                <a:lnTo>
                  <a:pt x="491490" y="614363"/>
                </a:lnTo>
                <a:lnTo>
                  <a:pt x="548831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2" name="fx-4-106">
            <a:extLst>
              <a:ext uri="{FF2B5EF4-FFF2-40B4-BE49-F238E27FC236}">
                <a16:creationId xmlns:a16="http://schemas.microsoft.com/office/drawing/2014/main" id="{22246A31-2999-4679-9302-9C18A95F0057}"/>
              </a:ext>
            </a:extLst>
          </p:cNvPr>
          <p:cNvSpPr>
            <a:spLocks noGrp="1"/>
          </p:cNvSpPr>
          <p:nvPr/>
        </p:nvSpPr>
        <p:spPr>
          <a:xfrm>
            <a:off x="9953816" y="3294888"/>
            <a:ext cx="712660" cy="9525"/>
          </a:xfrm>
          <a:custGeom>
            <a:avLst/>
            <a:gdLst/>
            <a:ahLst/>
            <a:cxnLst/>
            <a:rect l="0" t="0" r="0" b="0"/>
            <a:pathLst>
              <a:path w="712660" h="9525">
                <a:moveTo>
                  <a:pt x="0" y="0"/>
                </a:moveTo>
                <a:lnTo>
                  <a:pt x="71266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3" name="fx-4-107">
            <a:extLst>
              <a:ext uri="{FF2B5EF4-FFF2-40B4-BE49-F238E27FC236}">
                <a16:creationId xmlns:a16="http://schemas.microsoft.com/office/drawing/2014/main" id="{4650B8F0-08C1-442C-9777-8134155F2D7A}"/>
              </a:ext>
            </a:extLst>
          </p:cNvPr>
          <p:cNvSpPr>
            <a:spLocks noGrp="1"/>
          </p:cNvSpPr>
          <p:nvPr/>
        </p:nvSpPr>
        <p:spPr>
          <a:xfrm>
            <a:off x="10158603" y="3114675"/>
            <a:ext cx="294894" cy="163830"/>
          </a:xfrm>
          <a:custGeom>
            <a:avLst/>
            <a:gdLst/>
            <a:ahLst/>
            <a:cxnLst/>
            <a:rect l="0" t="0" r="0" b="0"/>
            <a:pathLst>
              <a:path w="294894" h="163830">
                <a:moveTo>
                  <a:pt x="0" y="163830"/>
                </a:moveTo>
                <a:lnTo>
                  <a:pt x="32766" y="0"/>
                </a:lnTo>
                <a:lnTo>
                  <a:pt x="270320" y="0"/>
                </a:lnTo>
                <a:lnTo>
                  <a:pt x="294894" y="16383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4" name="fx-4-108">
            <a:extLst>
              <a:ext uri="{FF2B5EF4-FFF2-40B4-BE49-F238E27FC236}">
                <a16:creationId xmlns:a16="http://schemas.microsoft.com/office/drawing/2014/main" id="{131B9940-D3BA-4A23-9B0A-3BFF597EF5CB}"/>
              </a:ext>
            </a:extLst>
          </p:cNvPr>
          <p:cNvSpPr>
            <a:spLocks noGrp="1"/>
          </p:cNvSpPr>
          <p:nvPr/>
        </p:nvSpPr>
        <p:spPr>
          <a:xfrm>
            <a:off x="10240518" y="3458718"/>
            <a:ext cx="9525" cy="311277"/>
          </a:xfrm>
          <a:custGeom>
            <a:avLst/>
            <a:gdLst/>
            <a:ahLst/>
            <a:cxnLst/>
            <a:rect l="0" t="0" r="0" b="0"/>
            <a:pathLst>
              <a:path w="9525" h="311277">
                <a:moveTo>
                  <a:pt x="0" y="0"/>
                </a:moveTo>
                <a:lnTo>
                  <a:pt x="0" y="311277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5" name="fx-4-109">
            <a:extLst>
              <a:ext uri="{FF2B5EF4-FFF2-40B4-BE49-F238E27FC236}">
                <a16:creationId xmlns:a16="http://schemas.microsoft.com/office/drawing/2014/main" id="{2979AF72-750D-4C3F-82D6-84F27CD7EFD1}"/>
              </a:ext>
            </a:extLst>
          </p:cNvPr>
          <p:cNvSpPr>
            <a:spLocks noGrp="1"/>
          </p:cNvSpPr>
          <p:nvPr/>
        </p:nvSpPr>
        <p:spPr>
          <a:xfrm>
            <a:off x="10396157" y="3458718"/>
            <a:ext cx="9525" cy="311277"/>
          </a:xfrm>
          <a:custGeom>
            <a:avLst/>
            <a:gdLst/>
            <a:ahLst/>
            <a:cxnLst/>
            <a:rect l="0" t="0" r="0" b="0"/>
            <a:pathLst>
              <a:path w="9525" h="311277">
                <a:moveTo>
                  <a:pt x="0" y="0"/>
                </a:moveTo>
                <a:lnTo>
                  <a:pt x="0" y="311277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6" name="fx-4-110">
            <a:extLst>
              <a:ext uri="{FF2B5EF4-FFF2-40B4-BE49-F238E27FC236}">
                <a16:creationId xmlns:a16="http://schemas.microsoft.com/office/drawing/2014/main" id="{63B577E1-C2C1-431B-94FD-8E6C8A9F749B}"/>
              </a:ext>
            </a:extLst>
          </p:cNvPr>
          <p:cNvSpPr>
            <a:spLocks noGrp="1"/>
          </p:cNvSpPr>
          <p:nvPr/>
        </p:nvSpPr>
        <p:spPr>
          <a:xfrm>
            <a:off x="9086850" y="4371975"/>
            <a:ext cx="24384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卸载残留</a:t>
            </a:r>
          </a:p>
        </p:txBody>
      </p:sp>
    </p:spTree>
    <p:extLst>
      <p:ext uri="{BB962C8B-B14F-4D97-AF65-F5344CB8AC3E}">
        <p14:creationId xmlns:p14="http://schemas.microsoft.com/office/powerpoint/2010/main" val="95126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2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2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2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20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0406191C-E8D1-4B3B-B965-D92AFB2DBFFA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en-US" sz="1425" b="0" dirty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425" b="0" dirty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 / VIDEO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720EA6-C39B-4796-A38E-2923CAB89F72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先试压，再决定怎么压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1F4CF0-7969-4EFE-8AB2-13505396F44E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BD4139-325D-4763-A115-A73E958578D0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尽量保留观感，尽可能压小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31D6F0-55AE-43E9-95EE-2007369AC7F5}"/>
              </a:ext>
            </a:extLst>
          </p:cNvPr>
          <p:cNvSpPr>
            <a:spLocks noGrp="1"/>
          </p:cNvSpPr>
          <p:nvPr/>
        </p:nvSpPr>
        <p:spPr>
          <a:xfrm>
            <a:off x="723900" y="5524500"/>
            <a:ext cx="107632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拖入文件，轻松开始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9E9F76-EAD8-44C0-8845-F27C2222E316}"/>
              </a:ext>
            </a:extLst>
          </p:cNvPr>
          <p:cNvSpPr>
            <a:spLocks noGrp="1"/>
          </p:cNvSpPr>
          <p:nvPr/>
        </p:nvSpPr>
        <p:spPr>
          <a:xfrm>
            <a:off x="714375" y="60769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实际效果随素材而异</a:t>
            </a:r>
          </a:p>
        </p:txBody>
      </p:sp>
      <p:sp>
        <p:nvSpPr>
          <p:cNvPr id="7" name="fx-1-55">
            <a:extLst>
              <a:ext uri="{FF2B5EF4-FFF2-40B4-BE49-F238E27FC236}">
                <a16:creationId xmlns:a16="http://schemas.microsoft.com/office/drawing/2014/main" id="{037D8F4D-C61E-4B2B-A019-3FF3AEBC13C8}"/>
              </a:ext>
            </a:extLst>
          </p:cNvPr>
          <p:cNvSpPr>
            <a:spLocks noGrp="1"/>
          </p:cNvSpPr>
          <p:nvPr/>
        </p:nvSpPr>
        <p:spPr>
          <a:xfrm>
            <a:off x="1900238" y="2505075"/>
            <a:ext cx="644271" cy="847725"/>
          </a:xfrm>
          <a:custGeom>
            <a:avLst/>
            <a:gdLst/>
            <a:ahLst/>
            <a:cxnLst/>
            <a:rect l="0" t="0" r="0" b="0"/>
            <a:pathLst>
              <a:path w="644271" h="847725">
                <a:moveTo>
                  <a:pt x="0" y="0"/>
                </a:moveTo>
                <a:lnTo>
                  <a:pt x="457771" y="0"/>
                </a:lnTo>
                <a:lnTo>
                  <a:pt x="644271" y="186499"/>
                </a:lnTo>
                <a:lnTo>
                  <a:pt x="644271" y="847725"/>
                </a:lnTo>
                <a:lnTo>
                  <a:pt x="0" y="847725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8" name="fx-1-56">
            <a:extLst>
              <a:ext uri="{FF2B5EF4-FFF2-40B4-BE49-F238E27FC236}">
                <a16:creationId xmlns:a16="http://schemas.microsoft.com/office/drawing/2014/main" id="{B10A1AFC-A899-4A15-83D5-FD31E86FC5E0}"/>
              </a:ext>
            </a:extLst>
          </p:cNvPr>
          <p:cNvSpPr>
            <a:spLocks noGrp="1"/>
          </p:cNvSpPr>
          <p:nvPr/>
        </p:nvSpPr>
        <p:spPr>
          <a:xfrm>
            <a:off x="2358009" y="2505075"/>
            <a:ext cx="186500" cy="186499"/>
          </a:xfrm>
          <a:custGeom>
            <a:avLst/>
            <a:gdLst/>
            <a:ahLst/>
            <a:cxnLst/>
            <a:rect l="0" t="0" r="0" b="0"/>
            <a:pathLst>
              <a:path w="186500" h="186499">
                <a:moveTo>
                  <a:pt x="0" y="0"/>
                </a:moveTo>
                <a:lnTo>
                  <a:pt x="0" y="186499"/>
                </a:lnTo>
                <a:lnTo>
                  <a:pt x="186500" y="186499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9" name="fx-1-57">
            <a:extLst>
              <a:ext uri="{FF2B5EF4-FFF2-40B4-BE49-F238E27FC236}">
                <a16:creationId xmlns:a16="http://schemas.microsoft.com/office/drawing/2014/main" id="{1BEFB34A-0E1D-4EB4-9BDD-8364EE57F587}"/>
              </a:ext>
            </a:extLst>
          </p:cNvPr>
          <p:cNvSpPr>
            <a:spLocks noGrp="1"/>
          </p:cNvSpPr>
          <p:nvPr/>
        </p:nvSpPr>
        <p:spPr>
          <a:xfrm>
            <a:off x="2125732" y="2835688"/>
            <a:ext cx="225495" cy="279749"/>
          </a:xfrm>
          <a:custGeom>
            <a:avLst/>
            <a:gdLst/>
            <a:ahLst/>
            <a:cxnLst/>
            <a:rect l="0" t="0" r="0" b="0"/>
            <a:pathLst>
              <a:path w="225495" h="279749">
                <a:moveTo>
                  <a:pt x="0" y="0"/>
                </a:moveTo>
                <a:lnTo>
                  <a:pt x="0" y="279749"/>
                </a:lnTo>
                <a:lnTo>
                  <a:pt x="225495" y="135636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0" name="fx-1-58">
            <a:extLst>
              <a:ext uri="{FF2B5EF4-FFF2-40B4-BE49-F238E27FC236}">
                <a16:creationId xmlns:a16="http://schemas.microsoft.com/office/drawing/2014/main" id="{1B602480-B515-48AB-9CE5-8AE78152DFC8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抽样试压</a:t>
            </a:r>
          </a:p>
        </p:txBody>
      </p:sp>
      <p:sp>
        <p:nvSpPr>
          <p:cNvPr id="11" name="fx-1-59">
            <a:extLst>
              <a:ext uri="{FF2B5EF4-FFF2-40B4-BE49-F238E27FC236}">
                <a16:creationId xmlns:a16="http://schemas.microsoft.com/office/drawing/2014/main" id="{452E1C58-331C-43FF-ADBE-D1660B51214D}"/>
              </a:ext>
            </a:extLst>
          </p:cNvPr>
          <p:cNvSpPr>
            <a:spLocks noGrp="1"/>
          </p:cNvSpPr>
          <p:nvPr/>
        </p:nvSpPr>
        <p:spPr>
          <a:xfrm>
            <a:off x="3505200" y="2928938"/>
            <a:ext cx="1409700" cy="9525"/>
          </a:xfrm>
          <a:custGeom>
            <a:avLst/>
            <a:gdLst/>
            <a:ahLst/>
            <a:cxnLst/>
            <a:rect l="0" t="0" r="0" b="0"/>
            <a:pathLst>
              <a:path w="1409700" h="9525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2" name="fx-1-60">
            <a:extLst>
              <a:ext uri="{FF2B5EF4-FFF2-40B4-BE49-F238E27FC236}">
                <a16:creationId xmlns:a16="http://schemas.microsoft.com/office/drawing/2014/main" id="{DA97CAA0-879F-459B-942E-6259BE22D1DB}"/>
              </a:ext>
            </a:extLst>
          </p:cNvPr>
          <p:cNvSpPr>
            <a:spLocks noGrp="1"/>
          </p:cNvSpPr>
          <p:nvPr/>
        </p:nvSpPr>
        <p:spPr>
          <a:xfrm>
            <a:off x="4849938" y="2889109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3" name="fx-2-61">
            <a:extLst>
              <a:ext uri="{FF2B5EF4-FFF2-40B4-BE49-F238E27FC236}">
                <a16:creationId xmlns:a16="http://schemas.microsoft.com/office/drawing/2014/main" id="{EF7CB41E-B3C4-4644-9353-1AC3E243F4A7}"/>
              </a:ext>
            </a:extLst>
          </p:cNvPr>
          <p:cNvSpPr>
            <a:spLocks noGrp="1"/>
          </p:cNvSpPr>
          <p:nvPr/>
        </p:nvSpPr>
        <p:spPr>
          <a:xfrm>
            <a:off x="5681663" y="2606802"/>
            <a:ext cx="847725" cy="559499"/>
          </a:xfrm>
          <a:custGeom>
            <a:avLst/>
            <a:gdLst/>
            <a:ahLst/>
            <a:cxnLst/>
            <a:rect l="0" t="0" r="0" b="0"/>
            <a:pathLst>
              <a:path w="847725" h="559499">
                <a:moveTo>
                  <a:pt x="0" y="279749"/>
                </a:moveTo>
                <a:lnTo>
                  <a:pt x="288226" y="559499"/>
                </a:lnTo>
                <a:lnTo>
                  <a:pt x="847725" y="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14" name="fx-2-62">
            <a:extLst>
              <a:ext uri="{FF2B5EF4-FFF2-40B4-BE49-F238E27FC236}">
                <a16:creationId xmlns:a16="http://schemas.microsoft.com/office/drawing/2014/main" id="{B8B44A62-69D5-41C5-9F3A-CC703F662FA4}"/>
              </a:ext>
            </a:extLst>
          </p:cNvPr>
          <p:cNvSpPr>
            <a:spLocks noGrp="1"/>
          </p:cNvSpPr>
          <p:nvPr/>
        </p:nvSpPr>
        <p:spPr>
          <a:xfrm>
            <a:off x="4467225" y="3762375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质量评分</a:t>
            </a:r>
          </a:p>
        </p:txBody>
      </p:sp>
      <p:sp>
        <p:nvSpPr>
          <p:cNvPr id="15" name="fx-2-63">
            <a:extLst>
              <a:ext uri="{FF2B5EF4-FFF2-40B4-BE49-F238E27FC236}">
                <a16:creationId xmlns:a16="http://schemas.microsoft.com/office/drawing/2014/main" id="{C6361189-C724-414D-A0DB-44444549528E}"/>
              </a:ext>
            </a:extLst>
          </p:cNvPr>
          <p:cNvSpPr>
            <a:spLocks noGrp="1"/>
          </p:cNvSpPr>
          <p:nvPr/>
        </p:nvSpPr>
        <p:spPr>
          <a:xfrm>
            <a:off x="7286625" y="2928938"/>
            <a:ext cx="1409700" cy="9525"/>
          </a:xfrm>
          <a:custGeom>
            <a:avLst/>
            <a:gdLst/>
            <a:ahLst/>
            <a:cxnLst/>
            <a:rect l="0" t="0" r="0" b="0"/>
            <a:pathLst>
              <a:path w="1409700" h="9525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6" name="fx-2-64">
            <a:extLst>
              <a:ext uri="{FF2B5EF4-FFF2-40B4-BE49-F238E27FC236}">
                <a16:creationId xmlns:a16="http://schemas.microsoft.com/office/drawing/2014/main" id="{C58BE88D-5FA2-4207-B6C7-F3760DCF1AA4}"/>
              </a:ext>
            </a:extLst>
          </p:cNvPr>
          <p:cNvSpPr>
            <a:spLocks noGrp="1"/>
          </p:cNvSpPr>
          <p:nvPr/>
        </p:nvSpPr>
        <p:spPr>
          <a:xfrm>
            <a:off x="8631363" y="2889109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7" name="fx-3-65">
            <a:extLst>
              <a:ext uri="{FF2B5EF4-FFF2-40B4-BE49-F238E27FC236}">
                <a16:creationId xmlns:a16="http://schemas.microsoft.com/office/drawing/2014/main" id="{AD520A61-D4B5-4ED1-B3C2-EFBECEF7165E}"/>
              </a:ext>
            </a:extLst>
          </p:cNvPr>
          <p:cNvSpPr>
            <a:spLocks noGrp="1"/>
          </p:cNvSpPr>
          <p:nvPr/>
        </p:nvSpPr>
        <p:spPr>
          <a:xfrm>
            <a:off x="9886950" y="2657666"/>
            <a:ext cx="9525" cy="542544"/>
          </a:xfrm>
          <a:custGeom>
            <a:avLst/>
            <a:gdLst/>
            <a:ahLst/>
            <a:cxnLst/>
            <a:rect l="0" t="0" r="0" b="0"/>
            <a:pathLst>
              <a:path w="9525" h="542544">
                <a:moveTo>
                  <a:pt x="0" y="0"/>
                </a:moveTo>
                <a:lnTo>
                  <a:pt x="0" y="542544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8" name="fx-3-66">
            <a:extLst>
              <a:ext uri="{FF2B5EF4-FFF2-40B4-BE49-F238E27FC236}">
                <a16:creationId xmlns:a16="http://schemas.microsoft.com/office/drawing/2014/main" id="{693C8ABD-8C5F-4FD2-A47A-AC4F0A61AEFD}"/>
              </a:ext>
            </a:extLst>
          </p:cNvPr>
          <p:cNvSpPr>
            <a:spLocks noGrp="1"/>
          </p:cNvSpPr>
          <p:nvPr/>
        </p:nvSpPr>
        <p:spPr>
          <a:xfrm>
            <a:off x="9463088" y="2801779"/>
            <a:ext cx="322135" cy="9525"/>
          </a:xfrm>
          <a:custGeom>
            <a:avLst/>
            <a:gdLst/>
            <a:ahLst/>
            <a:cxnLst/>
            <a:rect l="0" t="0" r="0" b="0"/>
            <a:pathLst>
              <a:path w="322135" h="9525">
                <a:moveTo>
                  <a:pt x="0" y="0"/>
                </a:moveTo>
                <a:lnTo>
                  <a:pt x="322135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9" name="fx-3-67">
            <a:extLst>
              <a:ext uri="{FF2B5EF4-FFF2-40B4-BE49-F238E27FC236}">
                <a16:creationId xmlns:a16="http://schemas.microsoft.com/office/drawing/2014/main" id="{2BD0266B-2568-4347-ABF9-82680AA9D54A}"/>
              </a:ext>
            </a:extLst>
          </p:cNvPr>
          <p:cNvSpPr>
            <a:spLocks noGrp="1"/>
          </p:cNvSpPr>
          <p:nvPr/>
        </p:nvSpPr>
        <p:spPr>
          <a:xfrm>
            <a:off x="9720261" y="2761950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0" name="fx-3-68">
            <a:extLst>
              <a:ext uri="{FF2B5EF4-FFF2-40B4-BE49-F238E27FC236}">
                <a16:creationId xmlns:a16="http://schemas.microsoft.com/office/drawing/2014/main" id="{F4C36364-3A0D-4B3E-8C98-5F2D5E0A4D5C}"/>
              </a:ext>
            </a:extLst>
          </p:cNvPr>
          <p:cNvSpPr>
            <a:spLocks noGrp="1"/>
          </p:cNvSpPr>
          <p:nvPr/>
        </p:nvSpPr>
        <p:spPr>
          <a:xfrm>
            <a:off x="9988677" y="3056096"/>
            <a:ext cx="322135" cy="9525"/>
          </a:xfrm>
          <a:custGeom>
            <a:avLst/>
            <a:gdLst/>
            <a:ahLst/>
            <a:cxnLst/>
            <a:rect l="0" t="0" r="0" b="0"/>
            <a:pathLst>
              <a:path w="322135" h="9525">
                <a:moveTo>
                  <a:pt x="322135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1" name="fx-3-69">
            <a:extLst>
              <a:ext uri="{FF2B5EF4-FFF2-40B4-BE49-F238E27FC236}">
                <a16:creationId xmlns:a16="http://schemas.microsoft.com/office/drawing/2014/main" id="{B695768C-FA71-4479-BCDA-0B16272D1E3C}"/>
              </a:ext>
            </a:extLst>
          </p:cNvPr>
          <p:cNvSpPr>
            <a:spLocks noGrp="1"/>
          </p:cNvSpPr>
          <p:nvPr/>
        </p:nvSpPr>
        <p:spPr>
          <a:xfrm>
            <a:off x="9988677" y="3016267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64962" y="0"/>
                </a:moveTo>
                <a:lnTo>
                  <a:pt x="0" y="39829"/>
                </a:lnTo>
                <a:lnTo>
                  <a:pt x="64962" y="7965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2" name="fx-3-70">
            <a:extLst>
              <a:ext uri="{FF2B5EF4-FFF2-40B4-BE49-F238E27FC236}">
                <a16:creationId xmlns:a16="http://schemas.microsoft.com/office/drawing/2014/main" id="{68228091-1224-4F03-989D-80F301015501}"/>
              </a:ext>
            </a:extLst>
          </p:cNvPr>
          <p:cNvSpPr>
            <a:spLocks noGrp="1"/>
          </p:cNvSpPr>
          <p:nvPr/>
        </p:nvSpPr>
        <p:spPr>
          <a:xfrm>
            <a:off x="8248650" y="3762375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自动选参</a:t>
            </a:r>
          </a:p>
        </p:txBody>
      </p:sp>
    </p:spTree>
    <p:extLst>
      <p:ext uri="{BB962C8B-B14F-4D97-AF65-F5344CB8AC3E}">
        <p14:creationId xmlns:p14="http://schemas.microsoft.com/office/powerpoint/2010/main" val="77947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2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2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5ECEA86B-69A5-41EF-9869-FC313A4CC807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 dirty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en-US" sz="1425" b="0" dirty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425" b="0" dirty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 / IMAGES &amp; DOCUMENTS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08120A-21A2-470F-B57A-77AA7C382AA1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图片与文档，也能更小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765886-92B1-45D2-91BF-C265BCC15F20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D6C441-96C1-41E5-B8AD-D6E6806A83E3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方法示意，实际效果因文件而异</a:t>
            </a:r>
          </a:p>
        </p:txBody>
      </p:sp>
      <p:sp>
        <p:nvSpPr>
          <p:cNvPr id="5" name="fx-1-71">
            <a:extLst>
              <a:ext uri="{FF2B5EF4-FFF2-40B4-BE49-F238E27FC236}">
                <a16:creationId xmlns:a16="http://schemas.microsoft.com/office/drawing/2014/main" id="{C3D2AF01-F8AA-45C1-A8ED-99845DB8E087}"/>
              </a:ext>
            </a:extLst>
          </p:cNvPr>
          <p:cNvSpPr>
            <a:spLocks noGrp="1"/>
          </p:cNvSpPr>
          <p:nvPr/>
        </p:nvSpPr>
        <p:spPr>
          <a:xfrm>
            <a:off x="1914525" y="2476500"/>
            <a:ext cx="839724" cy="1104900"/>
          </a:xfrm>
          <a:custGeom>
            <a:avLst/>
            <a:gdLst/>
            <a:ahLst/>
            <a:cxnLst/>
            <a:rect l="0" t="0" r="0" b="0"/>
            <a:pathLst>
              <a:path w="839724" h="1104900">
                <a:moveTo>
                  <a:pt x="0" y="0"/>
                </a:moveTo>
                <a:lnTo>
                  <a:pt x="596646" y="0"/>
                </a:lnTo>
                <a:lnTo>
                  <a:pt x="839724" y="243078"/>
                </a:lnTo>
                <a:lnTo>
                  <a:pt x="839724" y="1104900"/>
                </a:lnTo>
                <a:lnTo>
                  <a:pt x="0" y="11049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6" name="fx-1-72">
            <a:extLst>
              <a:ext uri="{FF2B5EF4-FFF2-40B4-BE49-F238E27FC236}">
                <a16:creationId xmlns:a16="http://schemas.microsoft.com/office/drawing/2014/main" id="{70D2300B-9CD1-41D0-9DD7-4C6A547B5EF4}"/>
              </a:ext>
            </a:extLst>
          </p:cNvPr>
          <p:cNvSpPr>
            <a:spLocks noGrp="1"/>
          </p:cNvSpPr>
          <p:nvPr/>
        </p:nvSpPr>
        <p:spPr>
          <a:xfrm>
            <a:off x="2511171" y="2476500"/>
            <a:ext cx="243078" cy="243078"/>
          </a:xfrm>
          <a:custGeom>
            <a:avLst/>
            <a:gdLst/>
            <a:ahLst/>
            <a:cxnLst/>
            <a:rect l="0" t="0" r="0" b="0"/>
            <a:pathLst>
              <a:path w="243078" h="243078">
                <a:moveTo>
                  <a:pt x="0" y="0"/>
                </a:moveTo>
                <a:lnTo>
                  <a:pt x="0" y="243078"/>
                </a:lnTo>
                <a:lnTo>
                  <a:pt x="243078" y="24307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73">
            <a:extLst>
              <a:ext uri="{FF2B5EF4-FFF2-40B4-BE49-F238E27FC236}">
                <a16:creationId xmlns:a16="http://schemas.microsoft.com/office/drawing/2014/main" id="{C59D4A90-415C-474A-B211-BA0C91773AAE}"/>
              </a:ext>
            </a:extLst>
          </p:cNvPr>
          <p:cNvSpPr>
            <a:spLocks noGrp="1"/>
          </p:cNvSpPr>
          <p:nvPr/>
        </p:nvSpPr>
        <p:spPr>
          <a:xfrm>
            <a:off x="2099264" y="2863215"/>
            <a:ext cx="116015" cy="116015"/>
          </a:xfrm>
          <a:prstGeom prst="ellipse">
            <a:avLst/>
          </a:prstGeom>
          <a:noFill/>
          <a:ln w="19050">
            <a:solidFill>
              <a:srgbClr val="ACD4B8"/>
            </a:solidFill>
          </a:ln>
        </p:spPr>
      </p:sp>
      <p:sp>
        <p:nvSpPr>
          <p:cNvPr id="8" name="fx-1-74">
            <a:extLst>
              <a:ext uri="{FF2B5EF4-FFF2-40B4-BE49-F238E27FC236}">
                <a16:creationId xmlns:a16="http://schemas.microsoft.com/office/drawing/2014/main" id="{B4F9B2AB-D7D9-4FAF-80E2-55D4B6D89C5C}"/>
              </a:ext>
            </a:extLst>
          </p:cNvPr>
          <p:cNvSpPr>
            <a:spLocks noGrp="1"/>
          </p:cNvSpPr>
          <p:nvPr/>
        </p:nvSpPr>
        <p:spPr>
          <a:xfrm>
            <a:off x="2065675" y="3006852"/>
            <a:ext cx="503834" cy="309372"/>
          </a:xfrm>
          <a:custGeom>
            <a:avLst/>
            <a:gdLst/>
            <a:ahLst/>
            <a:cxnLst/>
            <a:rect l="0" t="0" r="0" b="0"/>
            <a:pathLst>
              <a:path w="503834" h="309372">
                <a:moveTo>
                  <a:pt x="0" y="309372"/>
                </a:moveTo>
                <a:lnTo>
                  <a:pt x="201534" y="88392"/>
                </a:lnTo>
                <a:lnTo>
                  <a:pt x="319095" y="198882"/>
                </a:lnTo>
                <a:lnTo>
                  <a:pt x="503834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9" name="fx-1-75">
            <a:extLst>
              <a:ext uri="{FF2B5EF4-FFF2-40B4-BE49-F238E27FC236}">
                <a16:creationId xmlns:a16="http://schemas.microsoft.com/office/drawing/2014/main" id="{B5C58B9A-5162-42D7-A0E2-3534DFEDF9FB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3162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图片</a:t>
            </a:r>
          </a:p>
        </p:txBody>
      </p:sp>
      <p:sp>
        <p:nvSpPr>
          <p:cNvPr id="10" name="fx-1-76">
            <a:extLst>
              <a:ext uri="{FF2B5EF4-FFF2-40B4-BE49-F238E27FC236}">
                <a16:creationId xmlns:a16="http://schemas.microsoft.com/office/drawing/2014/main" id="{2D45A2C0-58C4-4E88-8209-0C0A390365CA}"/>
              </a:ext>
            </a:extLst>
          </p:cNvPr>
          <p:cNvSpPr>
            <a:spLocks noGrp="1"/>
          </p:cNvSpPr>
          <p:nvPr/>
        </p:nvSpPr>
        <p:spPr>
          <a:xfrm>
            <a:off x="552450" y="4695825"/>
            <a:ext cx="35814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优化图像编码</a:t>
            </a:r>
          </a:p>
        </p:txBody>
      </p:sp>
      <p:sp>
        <p:nvSpPr>
          <p:cNvPr id="11" name="fx-2-77">
            <a:extLst>
              <a:ext uri="{FF2B5EF4-FFF2-40B4-BE49-F238E27FC236}">
                <a16:creationId xmlns:a16="http://schemas.microsoft.com/office/drawing/2014/main" id="{2A0CD133-9114-4AA3-8CCA-21FABF161D08}"/>
              </a:ext>
            </a:extLst>
          </p:cNvPr>
          <p:cNvSpPr>
            <a:spLocks noGrp="1"/>
          </p:cNvSpPr>
          <p:nvPr/>
        </p:nvSpPr>
        <p:spPr>
          <a:xfrm>
            <a:off x="5667375" y="2476500"/>
            <a:ext cx="839724" cy="1104900"/>
          </a:xfrm>
          <a:custGeom>
            <a:avLst/>
            <a:gdLst/>
            <a:ahLst/>
            <a:cxnLst/>
            <a:rect l="0" t="0" r="0" b="0"/>
            <a:pathLst>
              <a:path w="839724" h="1104900">
                <a:moveTo>
                  <a:pt x="0" y="0"/>
                </a:moveTo>
                <a:lnTo>
                  <a:pt x="596646" y="0"/>
                </a:lnTo>
                <a:lnTo>
                  <a:pt x="839724" y="243078"/>
                </a:lnTo>
                <a:lnTo>
                  <a:pt x="839724" y="1104900"/>
                </a:lnTo>
                <a:lnTo>
                  <a:pt x="0" y="11049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2" name="fx-2-78">
            <a:extLst>
              <a:ext uri="{FF2B5EF4-FFF2-40B4-BE49-F238E27FC236}">
                <a16:creationId xmlns:a16="http://schemas.microsoft.com/office/drawing/2014/main" id="{DDD6321F-C595-410E-8956-A73D5A9F3C4E}"/>
              </a:ext>
            </a:extLst>
          </p:cNvPr>
          <p:cNvSpPr>
            <a:spLocks noGrp="1"/>
          </p:cNvSpPr>
          <p:nvPr/>
        </p:nvSpPr>
        <p:spPr>
          <a:xfrm>
            <a:off x="6264021" y="2476500"/>
            <a:ext cx="243078" cy="243078"/>
          </a:xfrm>
          <a:custGeom>
            <a:avLst/>
            <a:gdLst/>
            <a:ahLst/>
            <a:cxnLst/>
            <a:rect l="0" t="0" r="0" b="0"/>
            <a:pathLst>
              <a:path w="243078" h="243078">
                <a:moveTo>
                  <a:pt x="0" y="0"/>
                </a:moveTo>
                <a:lnTo>
                  <a:pt x="0" y="243078"/>
                </a:lnTo>
                <a:lnTo>
                  <a:pt x="243078" y="24307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3" name="fx-2-79">
            <a:extLst>
              <a:ext uri="{FF2B5EF4-FFF2-40B4-BE49-F238E27FC236}">
                <a16:creationId xmlns:a16="http://schemas.microsoft.com/office/drawing/2014/main" id="{D75D27ED-AFB1-4DE5-A034-717B843E6F09}"/>
              </a:ext>
            </a:extLst>
          </p:cNvPr>
          <p:cNvSpPr>
            <a:spLocks noGrp="1"/>
          </p:cNvSpPr>
          <p:nvPr/>
        </p:nvSpPr>
        <p:spPr>
          <a:xfrm>
            <a:off x="5835320" y="2951607"/>
            <a:ext cx="487040" cy="9525"/>
          </a:xfrm>
          <a:custGeom>
            <a:avLst/>
            <a:gdLst/>
            <a:ahLst/>
            <a:cxnLst/>
            <a:rect l="0" t="0" r="0" b="0"/>
            <a:pathLst>
              <a:path w="487040" h="9525">
                <a:moveTo>
                  <a:pt x="0" y="0"/>
                </a:moveTo>
                <a:lnTo>
                  <a:pt x="48704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4" name="fx-2-80">
            <a:extLst>
              <a:ext uri="{FF2B5EF4-FFF2-40B4-BE49-F238E27FC236}">
                <a16:creationId xmlns:a16="http://schemas.microsoft.com/office/drawing/2014/main" id="{C65F7BC1-0A60-4078-BD82-D0DA864DB0A8}"/>
              </a:ext>
            </a:extLst>
          </p:cNvPr>
          <p:cNvSpPr>
            <a:spLocks noGrp="1"/>
          </p:cNvSpPr>
          <p:nvPr/>
        </p:nvSpPr>
        <p:spPr>
          <a:xfrm>
            <a:off x="5835320" y="3106293"/>
            <a:ext cx="487040" cy="9525"/>
          </a:xfrm>
          <a:custGeom>
            <a:avLst/>
            <a:gdLst/>
            <a:ahLst/>
            <a:cxnLst/>
            <a:rect l="0" t="0" r="0" b="0"/>
            <a:pathLst>
              <a:path w="487040" h="9525">
                <a:moveTo>
                  <a:pt x="0" y="0"/>
                </a:moveTo>
                <a:lnTo>
                  <a:pt x="48704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5" name="fx-2-81">
            <a:extLst>
              <a:ext uri="{FF2B5EF4-FFF2-40B4-BE49-F238E27FC236}">
                <a16:creationId xmlns:a16="http://schemas.microsoft.com/office/drawing/2014/main" id="{131E5863-3F35-4C97-A7A2-709061933526}"/>
              </a:ext>
            </a:extLst>
          </p:cNvPr>
          <p:cNvSpPr>
            <a:spLocks noGrp="1"/>
          </p:cNvSpPr>
          <p:nvPr/>
        </p:nvSpPr>
        <p:spPr>
          <a:xfrm>
            <a:off x="5835320" y="3260979"/>
            <a:ext cx="487040" cy="9525"/>
          </a:xfrm>
          <a:custGeom>
            <a:avLst/>
            <a:gdLst/>
            <a:ahLst/>
            <a:cxnLst/>
            <a:rect l="0" t="0" r="0" b="0"/>
            <a:pathLst>
              <a:path w="487040" h="9525">
                <a:moveTo>
                  <a:pt x="0" y="0"/>
                </a:moveTo>
                <a:lnTo>
                  <a:pt x="48704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6" name="fx-2-82">
            <a:extLst>
              <a:ext uri="{FF2B5EF4-FFF2-40B4-BE49-F238E27FC236}">
                <a16:creationId xmlns:a16="http://schemas.microsoft.com/office/drawing/2014/main" id="{C0256B88-5E56-4E91-976A-BA908F6D33DC}"/>
              </a:ext>
            </a:extLst>
          </p:cNvPr>
          <p:cNvSpPr>
            <a:spLocks noGrp="1"/>
          </p:cNvSpPr>
          <p:nvPr/>
        </p:nvSpPr>
        <p:spPr>
          <a:xfrm>
            <a:off x="4514850" y="4000500"/>
            <a:ext cx="3162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PDF</a:t>
            </a:r>
          </a:p>
        </p:txBody>
      </p:sp>
      <p:sp>
        <p:nvSpPr>
          <p:cNvPr id="17" name="fx-2-83">
            <a:extLst>
              <a:ext uri="{FF2B5EF4-FFF2-40B4-BE49-F238E27FC236}">
                <a16:creationId xmlns:a16="http://schemas.microsoft.com/office/drawing/2014/main" id="{76D33091-5BE3-4D0A-9554-5D32F6B27805}"/>
              </a:ext>
            </a:extLst>
          </p:cNvPr>
          <p:cNvSpPr>
            <a:spLocks noGrp="1"/>
          </p:cNvSpPr>
          <p:nvPr/>
        </p:nvSpPr>
        <p:spPr>
          <a:xfrm>
            <a:off x="4305300" y="4695825"/>
            <a:ext cx="35814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优化结构与图像</a:t>
            </a:r>
          </a:p>
        </p:txBody>
      </p:sp>
      <p:sp>
        <p:nvSpPr>
          <p:cNvPr id="18" name="fx-3-84">
            <a:extLst>
              <a:ext uri="{FF2B5EF4-FFF2-40B4-BE49-F238E27FC236}">
                <a16:creationId xmlns:a16="http://schemas.microsoft.com/office/drawing/2014/main" id="{6AA067DE-8E06-4101-B1D2-CEC4CE8F0ED2}"/>
              </a:ext>
            </a:extLst>
          </p:cNvPr>
          <p:cNvSpPr>
            <a:spLocks noGrp="1"/>
          </p:cNvSpPr>
          <p:nvPr/>
        </p:nvSpPr>
        <p:spPr>
          <a:xfrm>
            <a:off x="9420225" y="2476500"/>
            <a:ext cx="839724" cy="1104900"/>
          </a:xfrm>
          <a:custGeom>
            <a:avLst/>
            <a:gdLst/>
            <a:ahLst/>
            <a:cxnLst/>
            <a:rect l="0" t="0" r="0" b="0"/>
            <a:pathLst>
              <a:path w="839724" h="1104900">
                <a:moveTo>
                  <a:pt x="0" y="0"/>
                </a:moveTo>
                <a:lnTo>
                  <a:pt x="596646" y="0"/>
                </a:lnTo>
                <a:lnTo>
                  <a:pt x="839724" y="243078"/>
                </a:lnTo>
                <a:lnTo>
                  <a:pt x="839724" y="1104900"/>
                </a:lnTo>
                <a:lnTo>
                  <a:pt x="0" y="11049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9" name="fx-3-85">
            <a:extLst>
              <a:ext uri="{FF2B5EF4-FFF2-40B4-BE49-F238E27FC236}">
                <a16:creationId xmlns:a16="http://schemas.microsoft.com/office/drawing/2014/main" id="{EA3CB982-27B4-4335-BA4C-65DAB1C9E897}"/>
              </a:ext>
            </a:extLst>
          </p:cNvPr>
          <p:cNvSpPr>
            <a:spLocks noGrp="1"/>
          </p:cNvSpPr>
          <p:nvPr/>
        </p:nvSpPr>
        <p:spPr>
          <a:xfrm>
            <a:off x="10016871" y="2476500"/>
            <a:ext cx="243078" cy="243078"/>
          </a:xfrm>
          <a:custGeom>
            <a:avLst/>
            <a:gdLst/>
            <a:ahLst/>
            <a:cxnLst/>
            <a:rect l="0" t="0" r="0" b="0"/>
            <a:pathLst>
              <a:path w="243078" h="243078">
                <a:moveTo>
                  <a:pt x="0" y="0"/>
                </a:moveTo>
                <a:lnTo>
                  <a:pt x="0" y="243078"/>
                </a:lnTo>
                <a:lnTo>
                  <a:pt x="243078" y="24307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0" name="fx-3-86">
            <a:extLst>
              <a:ext uri="{FF2B5EF4-FFF2-40B4-BE49-F238E27FC236}">
                <a16:creationId xmlns:a16="http://schemas.microsoft.com/office/drawing/2014/main" id="{C37FC736-DCD7-4AC9-B6ED-83C8E07A29DE}"/>
              </a:ext>
            </a:extLst>
          </p:cNvPr>
          <p:cNvSpPr>
            <a:spLocks noGrp="1"/>
          </p:cNvSpPr>
          <p:nvPr/>
        </p:nvSpPr>
        <p:spPr>
          <a:xfrm>
            <a:off x="9588170" y="2951607"/>
            <a:ext cx="487040" cy="9525"/>
          </a:xfrm>
          <a:custGeom>
            <a:avLst/>
            <a:gdLst/>
            <a:ahLst/>
            <a:cxnLst/>
            <a:rect l="0" t="0" r="0" b="0"/>
            <a:pathLst>
              <a:path w="487040" h="9525">
                <a:moveTo>
                  <a:pt x="0" y="0"/>
                </a:moveTo>
                <a:lnTo>
                  <a:pt x="48704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1" name="fx-3-87">
            <a:extLst>
              <a:ext uri="{FF2B5EF4-FFF2-40B4-BE49-F238E27FC236}">
                <a16:creationId xmlns:a16="http://schemas.microsoft.com/office/drawing/2014/main" id="{D2DF91F3-AD75-4CFB-BCFE-CFF4C376AEB7}"/>
              </a:ext>
            </a:extLst>
          </p:cNvPr>
          <p:cNvSpPr>
            <a:spLocks noGrp="1"/>
          </p:cNvSpPr>
          <p:nvPr/>
        </p:nvSpPr>
        <p:spPr>
          <a:xfrm>
            <a:off x="9588170" y="3106293"/>
            <a:ext cx="487040" cy="9525"/>
          </a:xfrm>
          <a:custGeom>
            <a:avLst/>
            <a:gdLst/>
            <a:ahLst/>
            <a:cxnLst/>
            <a:rect l="0" t="0" r="0" b="0"/>
            <a:pathLst>
              <a:path w="487040" h="9525">
                <a:moveTo>
                  <a:pt x="0" y="0"/>
                </a:moveTo>
                <a:lnTo>
                  <a:pt x="48704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2" name="fx-3-88">
            <a:extLst>
              <a:ext uri="{FF2B5EF4-FFF2-40B4-BE49-F238E27FC236}">
                <a16:creationId xmlns:a16="http://schemas.microsoft.com/office/drawing/2014/main" id="{8375F2CD-956D-49B8-AB73-297ADF5A9D2D}"/>
              </a:ext>
            </a:extLst>
          </p:cNvPr>
          <p:cNvSpPr>
            <a:spLocks noGrp="1"/>
          </p:cNvSpPr>
          <p:nvPr/>
        </p:nvSpPr>
        <p:spPr>
          <a:xfrm>
            <a:off x="9588170" y="3260979"/>
            <a:ext cx="487040" cy="9525"/>
          </a:xfrm>
          <a:custGeom>
            <a:avLst/>
            <a:gdLst/>
            <a:ahLst/>
            <a:cxnLst/>
            <a:rect l="0" t="0" r="0" b="0"/>
            <a:pathLst>
              <a:path w="487040" h="9525">
                <a:moveTo>
                  <a:pt x="0" y="0"/>
                </a:moveTo>
                <a:lnTo>
                  <a:pt x="48704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3" name="fx-3-89">
            <a:extLst>
              <a:ext uri="{FF2B5EF4-FFF2-40B4-BE49-F238E27FC236}">
                <a16:creationId xmlns:a16="http://schemas.microsoft.com/office/drawing/2014/main" id="{C469FF08-D948-4A6F-9DDD-8A09E83E40E6}"/>
              </a:ext>
            </a:extLst>
          </p:cNvPr>
          <p:cNvSpPr>
            <a:spLocks noGrp="1"/>
          </p:cNvSpPr>
          <p:nvPr/>
        </p:nvSpPr>
        <p:spPr>
          <a:xfrm>
            <a:off x="8267700" y="4000500"/>
            <a:ext cx="3162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Word</a:t>
            </a:r>
          </a:p>
        </p:txBody>
      </p:sp>
      <p:sp>
        <p:nvSpPr>
          <p:cNvPr id="24" name="fx-3-90">
            <a:extLst>
              <a:ext uri="{FF2B5EF4-FFF2-40B4-BE49-F238E27FC236}">
                <a16:creationId xmlns:a16="http://schemas.microsoft.com/office/drawing/2014/main" id="{445589BD-94C5-4DE7-B068-CD797EF59B45}"/>
              </a:ext>
            </a:extLst>
          </p:cNvPr>
          <p:cNvSpPr>
            <a:spLocks noGrp="1"/>
          </p:cNvSpPr>
          <p:nvPr/>
        </p:nvSpPr>
        <p:spPr>
          <a:xfrm>
            <a:off x="8058150" y="4695825"/>
            <a:ext cx="35814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压缩内嵌图片与视频</a:t>
            </a:r>
          </a:p>
        </p:txBody>
      </p:sp>
    </p:spTree>
    <p:extLst>
      <p:ext uri="{BB962C8B-B14F-4D97-AF65-F5344CB8AC3E}">
        <p14:creationId xmlns:p14="http://schemas.microsoft.com/office/powerpoint/2010/main" val="1637273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2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2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6" grpId="0"/>
      <p:bldP spid="17" grpId="0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82BB16A-4B4E-4B1F-8D13-AA96AE180920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06 / ARCHIVE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CEB6A9-BDA7-4357-809D-74B4745FF22B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不常用的文件，集中存好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E0BB98-54D3-448B-B670-2C9E5D17913E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A53F62-82A3-411A-B571-48BD66A21848}"/>
              </a:ext>
            </a:extLst>
          </p:cNvPr>
          <p:cNvSpPr>
            <a:spLocks noGrp="1"/>
          </p:cNvSpPr>
          <p:nvPr/>
        </p:nvSpPr>
        <p:spPr>
          <a:xfrm>
            <a:off x="723900" y="5286375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按归档日期整理，按需清理备份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9E3A7C-8CD9-469C-AB09-0CF7AE759648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自动定期清理规划中</a:t>
            </a:r>
          </a:p>
        </p:txBody>
      </p:sp>
      <p:sp>
        <p:nvSpPr>
          <p:cNvPr id="6" name="fx-1-111">
            <a:extLst>
              <a:ext uri="{FF2B5EF4-FFF2-40B4-BE49-F238E27FC236}">
                <a16:creationId xmlns:a16="http://schemas.microsoft.com/office/drawing/2014/main" id="{1E145D50-95BE-4E56-86F7-8C0E6CEC0996}"/>
              </a:ext>
            </a:extLst>
          </p:cNvPr>
          <p:cNvSpPr>
            <a:spLocks noGrp="1"/>
          </p:cNvSpPr>
          <p:nvPr/>
        </p:nvSpPr>
        <p:spPr>
          <a:xfrm>
            <a:off x="2286000" y="2576036"/>
            <a:ext cx="2190750" cy="1157764"/>
          </a:xfrm>
          <a:custGeom>
            <a:avLst/>
            <a:gdLst/>
            <a:ahLst/>
            <a:cxnLst/>
            <a:rect l="0" t="0" r="0" b="0"/>
            <a:pathLst>
              <a:path w="2190750" h="1157764">
                <a:moveTo>
                  <a:pt x="0" y="0"/>
                </a:moveTo>
                <a:lnTo>
                  <a:pt x="810578" y="0"/>
                </a:lnTo>
                <a:lnTo>
                  <a:pt x="1051560" y="204311"/>
                </a:lnTo>
                <a:lnTo>
                  <a:pt x="2190750" y="204311"/>
                </a:lnTo>
                <a:lnTo>
                  <a:pt x="2190750" y="1157764"/>
                </a:lnTo>
                <a:lnTo>
                  <a:pt x="0" y="1157764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112">
            <a:extLst>
              <a:ext uri="{FF2B5EF4-FFF2-40B4-BE49-F238E27FC236}">
                <a16:creationId xmlns:a16="http://schemas.microsoft.com/office/drawing/2014/main" id="{8FD93D4A-6264-4CDD-865F-8A74BE73515F}"/>
              </a:ext>
            </a:extLst>
          </p:cNvPr>
          <p:cNvSpPr>
            <a:spLocks noGrp="1"/>
          </p:cNvSpPr>
          <p:nvPr/>
        </p:nvSpPr>
        <p:spPr>
          <a:xfrm>
            <a:off x="1419225" y="3962400"/>
            <a:ext cx="39243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Arkive Backup</a:t>
            </a:r>
          </a:p>
        </p:txBody>
      </p:sp>
      <p:sp>
        <p:nvSpPr>
          <p:cNvPr id="8" name="fx-1-113">
            <a:extLst>
              <a:ext uri="{FF2B5EF4-FFF2-40B4-BE49-F238E27FC236}">
                <a16:creationId xmlns:a16="http://schemas.microsoft.com/office/drawing/2014/main" id="{421E9EC4-0BCD-40F2-9A1A-48E8773DE1F6}"/>
              </a:ext>
            </a:extLst>
          </p:cNvPr>
          <p:cNvSpPr>
            <a:spLocks noGrp="1"/>
          </p:cNvSpPr>
          <p:nvPr/>
        </p:nvSpPr>
        <p:spPr>
          <a:xfrm>
            <a:off x="1419225" y="4533900"/>
            <a:ext cx="39243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暂存完整原件</a:t>
            </a:r>
          </a:p>
        </p:txBody>
      </p:sp>
      <p:sp>
        <p:nvSpPr>
          <p:cNvPr id="9" name="fx-2-114">
            <a:extLst>
              <a:ext uri="{FF2B5EF4-FFF2-40B4-BE49-F238E27FC236}">
                <a16:creationId xmlns:a16="http://schemas.microsoft.com/office/drawing/2014/main" id="{EA3EE554-92DF-4CEE-80C5-29B9F782CA61}"/>
              </a:ext>
            </a:extLst>
          </p:cNvPr>
          <p:cNvSpPr>
            <a:spLocks noGrp="1"/>
          </p:cNvSpPr>
          <p:nvPr/>
        </p:nvSpPr>
        <p:spPr>
          <a:xfrm>
            <a:off x="7658100" y="2576036"/>
            <a:ext cx="2190750" cy="1157764"/>
          </a:xfrm>
          <a:custGeom>
            <a:avLst/>
            <a:gdLst/>
            <a:ahLst/>
            <a:cxnLst/>
            <a:rect l="0" t="0" r="0" b="0"/>
            <a:pathLst>
              <a:path w="2190750" h="1157764">
                <a:moveTo>
                  <a:pt x="0" y="0"/>
                </a:moveTo>
                <a:lnTo>
                  <a:pt x="810578" y="0"/>
                </a:lnTo>
                <a:lnTo>
                  <a:pt x="1051560" y="204311"/>
                </a:lnTo>
                <a:lnTo>
                  <a:pt x="2190750" y="204311"/>
                </a:lnTo>
                <a:lnTo>
                  <a:pt x="2190750" y="1157764"/>
                </a:lnTo>
                <a:lnTo>
                  <a:pt x="0" y="1157764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0" name="fx-2-115">
            <a:extLst>
              <a:ext uri="{FF2B5EF4-FFF2-40B4-BE49-F238E27FC236}">
                <a16:creationId xmlns:a16="http://schemas.microsoft.com/office/drawing/2014/main" id="{4213A481-EB1D-41C8-AC2B-FCB6D83C916D}"/>
              </a:ext>
            </a:extLst>
          </p:cNvPr>
          <p:cNvSpPr>
            <a:spLocks noGrp="1"/>
          </p:cNvSpPr>
          <p:nvPr/>
        </p:nvSpPr>
        <p:spPr>
          <a:xfrm>
            <a:off x="6753225" y="3962400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Arkive Archive</a:t>
            </a:r>
          </a:p>
        </p:txBody>
      </p:sp>
      <p:sp>
        <p:nvSpPr>
          <p:cNvPr id="11" name="fx-2-116">
            <a:extLst>
              <a:ext uri="{FF2B5EF4-FFF2-40B4-BE49-F238E27FC236}">
                <a16:creationId xmlns:a16="http://schemas.microsoft.com/office/drawing/2014/main" id="{324803C0-1F0B-4235-B395-84F2AD0C37E9}"/>
              </a:ext>
            </a:extLst>
          </p:cNvPr>
          <p:cNvSpPr>
            <a:spLocks noGrp="1"/>
          </p:cNvSpPr>
          <p:nvPr/>
        </p:nvSpPr>
        <p:spPr>
          <a:xfrm>
            <a:off x="6753225" y="453390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保存压缩副本</a:t>
            </a:r>
          </a:p>
        </p:txBody>
      </p:sp>
    </p:spTree>
    <p:extLst>
      <p:ext uri="{BB962C8B-B14F-4D97-AF65-F5344CB8AC3E}">
        <p14:creationId xmlns:p14="http://schemas.microsoft.com/office/powerpoint/2010/main" val="37305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2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4C23D5B-A766-482C-9546-19EEDD7FDD8E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07 / TAGS &amp; SEARCH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EED405-DD06-4DEF-9B88-65BB314F5161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记得关键词，就有查找线索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A79B89-450A-4591-A688-9A80EB3A6925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67A3A8-1FD7-40B5-8555-3A7E0F8F82C2}"/>
              </a:ext>
            </a:extLst>
          </p:cNvPr>
          <p:cNvSpPr>
            <a:spLocks noGrp="1"/>
          </p:cNvSpPr>
          <p:nvPr/>
        </p:nvSpPr>
        <p:spPr>
          <a:xfrm>
            <a:off x="723900" y="2009775"/>
            <a:ext cx="107632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macOS 原生标签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7C87E1-2CDA-4472-8CDC-92508ADE5B3D}"/>
              </a:ext>
            </a:extLst>
          </p:cNvPr>
          <p:cNvSpPr>
            <a:spLocks noGrp="1"/>
          </p:cNvSpPr>
          <p:nvPr/>
        </p:nvSpPr>
        <p:spPr>
          <a:xfrm>
            <a:off x="723900" y="5219700"/>
            <a:ext cx="107632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多标签组合查找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F7093B-53BA-48AB-9087-61D9D12DDF2F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AI 标签推荐待联动 · 标签示意</a:t>
            </a:r>
          </a:p>
        </p:txBody>
      </p:sp>
      <p:sp>
        <p:nvSpPr>
          <p:cNvPr id="7" name="fx-1-117">
            <a:extLst>
              <a:ext uri="{FF2B5EF4-FFF2-40B4-BE49-F238E27FC236}">
                <a16:creationId xmlns:a16="http://schemas.microsoft.com/office/drawing/2014/main" id="{80CC5B86-42AC-4936-B29D-FBA51D8D87D7}"/>
              </a:ext>
            </a:extLst>
          </p:cNvPr>
          <p:cNvSpPr>
            <a:spLocks noGrp="1"/>
          </p:cNvSpPr>
          <p:nvPr/>
        </p:nvSpPr>
        <p:spPr>
          <a:xfrm>
            <a:off x="1600200" y="2924175"/>
            <a:ext cx="1676400" cy="581025"/>
          </a:xfrm>
          <a:prstGeom prst="roundRect">
            <a:avLst>
              <a:gd name="adj" fmla="val 42623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8" name="fx-1-118">
            <a:extLst>
              <a:ext uri="{FF2B5EF4-FFF2-40B4-BE49-F238E27FC236}">
                <a16:creationId xmlns:a16="http://schemas.microsoft.com/office/drawing/2014/main" id="{C14413C1-51F6-4CC8-B662-4F8FFFB61D75}"/>
              </a:ext>
            </a:extLst>
          </p:cNvPr>
          <p:cNvSpPr>
            <a:spLocks noGrp="1"/>
          </p:cNvSpPr>
          <p:nvPr/>
        </p:nvSpPr>
        <p:spPr>
          <a:xfrm>
            <a:off x="1695450" y="3038475"/>
            <a:ext cx="14859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演唱会</a:t>
            </a:r>
          </a:p>
        </p:txBody>
      </p:sp>
      <p:sp>
        <p:nvSpPr>
          <p:cNvPr id="9" name="fx-1-119">
            <a:extLst>
              <a:ext uri="{FF2B5EF4-FFF2-40B4-BE49-F238E27FC236}">
                <a16:creationId xmlns:a16="http://schemas.microsoft.com/office/drawing/2014/main" id="{7C0A7086-FF69-45B1-9C83-C715A8DCC548}"/>
              </a:ext>
            </a:extLst>
          </p:cNvPr>
          <p:cNvSpPr>
            <a:spLocks noGrp="1"/>
          </p:cNvSpPr>
          <p:nvPr/>
        </p:nvSpPr>
        <p:spPr>
          <a:xfrm>
            <a:off x="3790950" y="2990850"/>
            <a:ext cx="619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＋</a:t>
            </a:r>
          </a:p>
        </p:txBody>
      </p:sp>
      <p:sp>
        <p:nvSpPr>
          <p:cNvPr id="10" name="fx-2-120">
            <a:extLst>
              <a:ext uri="{FF2B5EF4-FFF2-40B4-BE49-F238E27FC236}">
                <a16:creationId xmlns:a16="http://schemas.microsoft.com/office/drawing/2014/main" id="{B8A2D8E6-835B-4A01-A281-5B2CCBEA2A92}"/>
              </a:ext>
            </a:extLst>
          </p:cNvPr>
          <p:cNvSpPr>
            <a:spLocks noGrp="1"/>
          </p:cNvSpPr>
          <p:nvPr/>
        </p:nvSpPr>
        <p:spPr>
          <a:xfrm>
            <a:off x="5267325" y="2924175"/>
            <a:ext cx="1676400" cy="581025"/>
          </a:xfrm>
          <a:prstGeom prst="roundRect">
            <a:avLst>
              <a:gd name="adj" fmla="val 42623"/>
            </a:avLst>
          </a:prstGeom>
          <a:noFill/>
          <a:ln w="19050">
            <a:solidFill>
              <a:srgbClr val="AFBFDF"/>
            </a:solidFill>
          </a:ln>
        </p:spPr>
      </p:sp>
      <p:sp>
        <p:nvSpPr>
          <p:cNvPr id="11" name="fx-2-121">
            <a:extLst>
              <a:ext uri="{FF2B5EF4-FFF2-40B4-BE49-F238E27FC236}">
                <a16:creationId xmlns:a16="http://schemas.microsoft.com/office/drawing/2014/main" id="{486819D0-B6CF-4F72-AD30-369B410BC7B7}"/>
              </a:ext>
            </a:extLst>
          </p:cNvPr>
          <p:cNvSpPr>
            <a:spLocks noGrp="1"/>
          </p:cNvSpPr>
          <p:nvPr/>
        </p:nvSpPr>
        <p:spPr>
          <a:xfrm>
            <a:off x="5362575" y="3038475"/>
            <a:ext cx="14859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FBFDF"/>
                </a:solidFill>
                <a:latin typeface="Microsoft YaHei"/>
                <a:ea typeface="Microsoft YaHei"/>
                <a:cs typeface="Microsoft YaHei"/>
              </a:rPr>
              <a:t>歌手</a:t>
            </a:r>
          </a:p>
        </p:txBody>
      </p:sp>
      <p:sp>
        <p:nvSpPr>
          <p:cNvPr id="12" name="fx-2-122">
            <a:extLst>
              <a:ext uri="{FF2B5EF4-FFF2-40B4-BE49-F238E27FC236}">
                <a16:creationId xmlns:a16="http://schemas.microsoft.com/office/drawing/2014/main" id="{A4BC52AB-CC76-402B-BCF9-8B9760A05B94}"/>
              </a:ext>
            </a:extLst>
          </p:cNvPr>
          <p:cNvSpPr>
            <a:spLocks noGrp="1"/>
          </p:cNvSpPr>
          <p:nvPr/>
        </p:nvSpPr>
        <p:spPr>
          <a:xfrm>
            <a:off x="7458075" y="2990850"/>
            <a:ext cx="6191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＋</a:t>
            </a:r>
          </a:p>
        </p:txBody>
      </p:sp>
      <p:sp>
        <p:nvSpPr>
          <p:cNvPr id="13" name="fx-3-123">
            <a:extLst>
              <a:ext uri="{FF2B5EF4-FFF2-40B4-BE49-F238E27FC236}">
                <a16:creationId xmlns:a16="http://schemas.microsoft.com/office/drawing/2014/main" id="{8C33048C-27A3-48C3-9CCF-217FB7EB0BB5}"/>
              </a:ext>
            </a:extLst>
          </p:cNvPr>
          <p:cNvSpPr>
            <a:spLocks noGrp="1"/>
          </p:cNvSpPr>
          <p:nvPr/>
        </p:nvSpPr>
        <p:spPr>
          <a:xfrm>
            <a:off x="8934450" y="2924175"/>
            <a:ext cx="1676400" cy="581025"/>
          </a:xfrm>
          <a:prstGeom prst="roundRect">
            <a:avLst>
              <a:gd name="adj" fmla="val 42623"/>
            </a:avLst>
          </a:prstGeom>
          <a:noFill/>
          <a:ln w="19050">
            <a:solidFill>
              <a:srgbClr val="D5C6A4"/>
            </a:solidFill>
          </a:ln>
        </p:spPr>
      </p:sp>
      <p:sp>
        <p:nvSpPr>
          <p:cNvPr id="14" name="fx-3-124">
            <a:extLst>
              <a:ext uri="{FF2B5EF4-FFF2-40B4-BE49-F238E27FC236}">
                <a16:creationId xmlns:a16="http://schemas.microsoft.com/office/drawing/2014/main" id="{8E3E1880-7C93-4ECB-A7CD-FAA7662CDC6A}"/>
              </a:ext>
            </a:extLst>
          </p:cNvPr>
          <p:cNvSpPr>
            <a:spLocks noGrp="1"/>
          </p:cNvSpPr>
          <p:nvPr/>
        </p:nvSpPr>
        <p:spPr>
          <a:xfrm>
            <a:off x="9029700" y="3038475"/>
            <a:ext cx="14859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D5C6A4"/>
                </a:solidFill>
                <a:latin typeface="Microsoft YaHei"/>
                <a:ea typeface="Microsoft YaHei"/>
                <a:cs typeface="Microsoft YaHei"/>
              </a:rPr>
              <a:t>年份</a:t>
            </a:r>
          </a:p>
        </p:txBody>
      </p:sp>
      <p:sp>
        <p:nvSpPr>
          <p:cNvPr id="15" name="fx-4-125">
            <a:extLst>
              <a:ext uri="{FF2B5EF4-FFF2-40B4-BE49-F238E27FC236}">
                <a16:creationId xmlns:a16="http://schemas.microsoft.com/office/drawing/2014/main" id="{00FB55D4-7C31-45D6-BB3D-6E872F53DF9A}"/>
              </a:ext>
            </a:extLst>
          </p:cNvPr>
          <p:cNvSpPr>
            <a:spLocks noGrp="1"/>
          </p:cNvSpPr>
          <p:nvPr/>
        </p:nvSpPr>
        <p:spPr>
          <a:xfrm>
            <a:off x="5638800" y="4010025"/>
            <a:ext cx="458915" cy="458915"/>
          </a:xfrm>
          <a:prstGeom prst="ellipse">
            <a:avLst/>
          </a:prstGeom>
          <a:noFill/>
          <a:ln w="28575">
            <a:solidFill>
              <a:srgbClr val="ACD4B8"/>
            </a:solidFill>
          </a:ln>
        </p:spPr>
      </p:sp>
      <p:sp>
        <p:nvSpPr>
          <p:cNvPr id="16" name="fx-4-126">
            <a:extLst>
              <a:ext uri="{FF2B5EF4-FFF2-40B4-BE49-F238E27FC236}">
                <a16:creationId xmlns:a16="http://schemas.microsoft.com/office/drawing/2014/main" id="{975E1A7D-5D75-4162-9CE9-21FC197FF4C6}"/>
              </a:ext>
            </a:extLst>
          </p:cNvPr>
          <p:cNvSpPr>
            <a:spLocks noGrp="1"/>
          </p:cNvSpPr>
          <p:nvPr/>
        </p:nvSpPr>
        <p:spPr>
          <a:xfrm>
            <a:off x="6035135" y="4406360"/>
            <a:ext cx="236411" cy="236410"/>
          </a:xfrm>
          <a:custGeom>
            <a:avLst/>
            <a:gdLst/>
            <a:ahLst/>
            <a:cxnLst/>
            <a:rect l="0" t="0" r="0" b="0"/>
            <a:pathLst>
              <a:path w="236411" h="236410">
                <a:moveTo>
                  <a:pt x="0" y="0"/>
                </a:moveTo>
                <a:lnTo>
                  <a:pt x="236411" y="23641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17" name="fx-4-127">
            <a:extLst>
              <a:ext uri="{FF2B5EF4-FFF2-40B4-BE49-F238E27FC236}">
                <a16:creationId xmlns:a16="http://schemas.microsoft.com/office/drawing/2014/main" id="{645555D1-EA96-4D8D-809A-F265329729DB}"/>
              </a:ext>
            </a:extLst>
          </p:cNvPr>
          <p:cNvSpPr>
            <a:spLocks noGrp="1"/>
          </p:cNvSpPr>
          <p:nvPr/>
        </p:nvSpPr>
        <p:spPr>
          <a:xfrm>
            <a:off x="6619875" y="4333875"/>
            <a:ext cx="1381125" cy="9525"/>
          </a:xfrm>
          <a:custGeom>
            <a:avLst/>
            <a:gdLst/>
            <a:ahLst/>
            <a:cxnLst/>
            <a:rect l="0" t="0" r="0" b="0"/>
            <a:pathLst>
              <a:path w="1381125" h="9525">
                <a:moveTo>
                  <a:pt x="0" y="0"/>
                </a:moveTo>
                <a:lnTo>
                  <a:pt x="1381125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8" name="fx-4-128">
            <a:extLst>
              <a:ext uri="{FF2B5EF4-FFF2-40B4-BE49-F238E27FC236}">
                <a16:creationId xmlns:a16="http://schemas.microsoft.com/office/drawing/2014/main" id="{0AD30E3E-CB61-40AE-8BAE-333A9A062F27}"/>
              </a:ext>
            </a:extLst>
          </p:cNvPr>
          <p:cNvSpPr>
            <a:spLocks noGrp="1"/>
          </p:cNvSpPr>
          <p:nvPr/>
        </p:nvSpPr>
        <p:spPr>
          <a:xfrm>
            <a:off x="7936038" y="4294046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9" name="fx-4-129">
            <a:extLst>
              <a:ext uri="{FF2B5EF4-FFF2-40B4-BE49-F238E27FC236}">
                <a16:creationId xmlns:a16="http://schemas.microsoft.com/office/drawing/2014/main" id="{923FD0ED-309E-4773-836F-C73324A89766}"/>
              </a:ext>
            </a:extLst>
          </p:cNvPr>
          <p:cNvSpPr>
            <a:spLocks noGrp="1"/>
          </p:cNvSpPr>
          <p:nvPr/>
        </p:nvSpPr>
        <p:spPr>
          <a:xfrm>
            <a:off x="8782050" y="3829050"/>
            <a:ext cx="723900" cy="952500"/>
          </a:xfrm>
          <a:custGeom>
            <a:avLst/>
            <a:gdLst/>
            <a:ahLst/>
            <a:cxnLst/>
            <a:rect l="0" t="0" r="0" b="0"/>
            <a:pathLst>
              <a:path w="723900" h="952500">
                <a:moveTo>
                  <a:pt x="0" y="0"/>
                </a:moveTo>
                <a:lnTo>
                  <a:pt x="514350" y="0"/>
                </a:lnTo>
                <a:lnTo>
                  <a:pt x="723900" y="209550"/>
                </a:lnTo>
                <a:lnTo>
                  <a:pt x="723900" y="952500"/>
                </a:lnTo>
                <a:lnTo>
                  <a:pt x="0" y="9525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0" name="fx-4-130">
            <a:extLst>
              <a:ext uri="{FF2B5EF4-FFF2-40B4-BE49-F238E27FC236}">
                <a16:creationId xmlns:a16="http://schemas.microsoft.com/office/drawing/2014/main" id="{D67FEB7E-28F3-4A4A-95C2-2ED825A90920}"/>
              </a:ext>
            </a:extLst>
          </p:cNvPr>
          <p:cNvSpPr>
            <a:spLocks noGrp="1"/>
          </p:cNvSpPr>
          <p:nvPr/>
        </p:nvSpPr>
        <p:spPr>
          <a:xfrm>
            <a:off x="9296400" y="3829050"/>
            <a:ext cx="209550" cy="209550"/>
          </a:xfrm>
          <a:custGeom>
            <a:avLst/>
            <a:gdLst/>
            <a:ahLst/>
            <a:cxnLst/>
            <a:rect l="0" t="0" r="0" b="0"/>
            <a:pathLst>
              <a:path w="209550" h="209550">
                <a:moveTo>
                  <a:pt x="0" y="0"/>
                </a:moveTo>
                <a:lnTo>
                  <a:pt x="0" y="209550"/>
                </a:lnTo>
                <a:lnTo>
                  <a:pt x="209550" y="20955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1" name="fx-4-131">
            <a:extLst>
              <a:ext uri="{FF2B5EF4-FFF2-40B4-BE49-F238E27FC236}">
                <a16:creationId xmlns:a16="http://schemas.microsoft.com/office/drawing/2014/main" id="{4FC6B4B6-7525-41EA-9F96-AE6ED5E100FA}"/>
              </a:ext>
            </a:extLst>
          </p:cNvPr>
          <p:cNvSpPr>
            <a:spLocks noGrp="1"/>
          </p:cNvSpPr>
          <p:nvPr/>
        </p:nvSpPr>
        <p:spPr>
          <a:xfrm>
            <a:off x="9035415" y="4200525"/>
            <a:ext cx="253365" cy="314325"/>
          </a:xfrm>
          <a:custGeom>
            <a:avLst/>
            <a:gdLst/>
            <a:ahLst/>
            <a:cxnLst/>
            <a:rect l="0" t="0" r="0" b="0"/>
            <a:pathLst>
              <a:path w="253365" h="314325">
                <a:moveTo>
                  <a:pt x="0" y="0"/>
                </a:moveTo>
                <a:lnTo>
                  <a:pt x="0" y="314325"/>
                </a:lnTo>
                <a:lnTo>
                  <a:pt x="253365" y="1524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</p:spTree>
    <p:extLst>
      <p:ext uri="{BB962C8B-B14F-4D97-AF65-F5344CB8AC3E}">
        <p14:creationId xmlns:p14="http://schemas.microsoft.com/office/powerpoint/2010/main" val="145599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2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2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2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B9475A14-444F-4456-9616-4D74C958C212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08 / TOOLBOX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64DD3E-613F-4C44-B69A-AC46B66B2FC5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再找一些空间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EC501D-4C51-47C6-9461-B2A6F68C99A4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20B0F9-A2F9-4682-977E-40C4448CC947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实验性能力，支持范围见演示</a:t>
            </a:r>
          </a:p>
        </p:txBody>
      </p:sp>
      <p:sp>
        <p:nvSpPr>
          <p:cNvPr id="5" name="fx-1-132">
            <a:extLst>
              <a:ext uri="{FF2B5EF4-FFF2-40B4-BE49-F238E27FC236}">
                <a16:creationId xmlns:a16="http://schemas.microsoft.com/office/drawing/2014/main" id="{CE5B6997-C80E-4FF3-ACB6-6640E7CADD39}"/>
              </a:ext>
            </a:extLst>
          </p:cNvPr>
          <p:cNvSpPr>
            <a:spLocks noGrp="1"/>
          </p:cNvSpPr>
          <p:nvPr/>
        </p:nvSpPr>
        <p:spPr>
          <a:xfrm>
            <a:off x="952500" y="2257425"/>
            <a:ext cx="456057" cy="600075"/>
          </a:xfrm>
          <a:custGeom>
            <a:avLst/>
            <a:gdLst/>
            <a:ahLst/>
            <a:cxnLst/>
            <a:rect l="0" t="0" r="0" b="0"/>
            <a:pathLst>
              <a:path w="456057" h="600075">
                <a:moveTo>
                  <a:pt x="0" y="0"/>
                </a:moveTo>
                <a:lnTo>
                  <a:pt x="324040" y="0"/>
                </a:lnTo>
                <a:lnTo>
                  <a:pt x="456057" y="132017"/>
                </a:lnTo>
                <a:lnTo>
                  <a:pt x="456057" y="600075"/>
                </a:lnTo>
                <a:lnTo>
                  <a:pt x="0" y="600075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6" name="fx-1-133">
            <a:extLst>
              <a:ext uri="{FF2B5EF4-FFF2-40B4-BE49-F238E27FC236}">
                <a16:creationId xmlns:a16="http://schemas.microsoft.com/office/drawing/2014/main" id="{644D2F12-663D-417A-8AEF-C1EE8DD4F04A}"/>
              </a:ext>
            </a:extLst>
          </p:cNvPr>
          <p:cNvSpPr>
            <a:spLocks noGrp="1"/>
          </p:cNvSpPr>
          <p:nvPr/>
        </p:nvSpPr>
        <p:spPr>
          <a:xfrm>
            <a:off x="1276540" y="2257425"/>
            <a:ext cx="132017" cy="132017"/>
          </a:xfrm>
          <a:custGeom>
            <a:avLst/>
            <a:gdLst/>
            <a:ahLst/>
            <a:cxnLst/>
            <a:rect l="0" t="0" r="0" b="0"/>
            <a:pathLst>
              <a:path w="132017" h="132017">
                <a:moveTo>
                  <a:pt x="0" y="0"/>
                </a:moveTo>
                <a:lnTo>
                  <a:pt x="0" y="132017"/>
                </a:lnTo>
                <a:lnTo>
                  <a:pt x="132017" y="132017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134">
            <a:extLst>
              <a:ext uri="{FF2B5EF4-FFF2-40B4-BE49-F238E27FC236}">
                <a16:creationId xmlns:a16="http://schemas.microsoft.com/office/drawing/2014/main" id="{F514E64A-273D-45B7-BEAE-946A1242E01B}"/>
              </a:ext>
            </a:extLst>
          </p:cNvPr>
          <p:cNvSpPr>
            <a:spLocks noGrp="1"/>
          </p:cNvSpPr>
          <p:nvPr/>
        </p:nvSpPr>
        <p:spPr>
          <a:xfrm>
            <a:off x="1043711" y="2515457"/>
            <a:ext cx="264513" cy="9525"/>
          </a:xfrm>
          <a:custGeom>
            <a:avLst/>
            <a:gdLst/>
            <a:ahLst/>
            <a:cxnLst/>
            <a:rect l="0" t="0" r="0" b="0"/>
            <a:pathLst>
              <a:path w="264513" h="9525">
                <a:moveTo>
                  <a:pt x="0" y="0"/>
                </a:moveTo>
                <a:lnTo>
                  <a:pt x="264513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8" name="fx-1-135">
            <a:extLst>
              <a:ext uri="{FF2B5EF4-FFF2-40B4-BE49-F238E27FC236}">
                <a16:creationId xmlns:a16="http://schemas.microsoft.com/office/drawing/2014/main" id="{D44FE1ED-40A8-43F0-A42A-44DF68842D3F}"/>
              </a:ext>
            </a:extLst>
          </p:cNvPr>
          <p:cNvSpPr>
            <a:spLocks noGrp="1"/>
          </p:cNvSpPr>
          <p:nvPr/>
        </p:nvSpPr>
        <p:spPr>
          <a:xfrm>
            <a:off x="1043711" y="2599468"/>
            <a:ext cx="264513" cy="9525"/>
          </a:xfrm>
          <a:custGeom>
            <a:avLst/>
            <a:gdLst/>
            <a:ahLst/>
            <a:cxnLst/>
            <a:rect l="0" t="0" r="0" b="0"/>
            <a:pathLst>
              <a:path w="264513" h="9525">
                <a:moveTo>
                  <a:pt x="0" y="0"/>
                </a:moveTo>
                <a:lnTo>
                  <a:pt x="264513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9" name="fx-1-136">
            <a:extLst>
              <a:ext uri="{FF2B5EF4-FFF2-40B4-BE49-F238E27FC236}">
                <a16:creationId xmlns:a16="http://schemas.microsoft.com/office/drawing/2014/main" id="{D2EA059A-D957-4EC6-8B9D-7E39B7E5F35E}"/>
              </a:ext>
            </a:extLst>
          </p:cNvPr>
          <p:cNvSpPr>
            <a:spLocks noGrp="1"/>
          </p:cNvSpPr>
          <p:nvPr/>
        </p:nvSpPr>
        <p:spPr>
          <a:xfrm>
            <a:off x="1043711" y="2683478"/>
            <a:ext cx="264513" cy="9525"/>
          </a:xfrm>
          <a:custGeom>
            <a:avLst/>
            <a:gdLst/>
            <a:ahLst/>
            <a:cxnLst/>
            <a:rect l="0" t="0" r="0" b="0"/>
            <a:pathLst>
              <a:path w="264513" h="9525">
                <a:moveTo>
                  <a:pt x="0" y="0"/>
                </a:moveTo>
                <a:lnTo>
                  <a:pt x="264513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0" name="fx-1-137">
            <a:extLst>
              <a:ext uri="{FF2B5EF4-FFF2-40B4-BE49-F238E27FC236}">
                <a16:creationId xmlns:a16="http://schemas.microsoft.com/office/drawing/2014/main" id="{C22C6050-0522-456C-9CB7-A95B5A0FD443}"/>
              </a:ext>
            </a:extLst>
          </p:cNvPr>
          <p:cNvSpPr>
            <a:spLocks noGrp="1"/>
          </p:cNvSpPr>
          <p:nvPr/>
        </p:nvSpPr>
        <p:spPr>
          <a:xfrm>
            <a:off x="1362075" y="2343150"/>
            <a:ext cx="456057" cy="600075"/>
          </a:xfrm>
          <a:custGeom>
            <a:avLst/>
            <a:gdLst/>
            <a:ahLst/>
            <a:cxnLst/>
            <a:rect l="0" t="0" r="0" b="0"/>
            <a:pathLst>
              <a:path w="456057" h="600075">
                <a:moveTo>
                  <a:pt x="0" y="0"/>
                </a:moveTo>
                <a:lnTo>
                  <a:pt x="324040" y="0"/>
                </a:lnTo>
                <a:lnTo>
                  <a:pt x="456057" y="132017"/>
                </a:lnTo>
                <a:lnTo>
                  <a:pt x="456057" y="600075"/>
                </a:lnTo>
                <a:lnTo>
                  <a:pt x="0" y="600075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1" name="fx-1-138">
            <a:extLst>
              <a:ext uri="{FF2B5EF4-FFF2-40B4-BE49-F238E27FC236}">
                <a16:creationId xmlns:a16="http://schemas.microsoft.com/office/drawing/2014/main" id="{C8B27D33-6134-4633-81F6-428F83C9ECCE}"/>
              </a:ext>
            </a:extLst>
          </p:cNvPr>
          <p:cNvSpPr>
            <a:spLocks noGrp="1"/>
          </p:cNvSpPr>
          <p:nvPr/>
        </p:nvSpPr>
        <p:spPr>
          <a:xfrm>
            <a:off x="1686115" y="2343150"/>
            <a:ext cx="132017" cy="132017"/>
          </a:xfrm>
          <a:custGeom>
            <a:avLst/>
            <a:gdLst/>
            <a:ahLst/>
            <a:cxnLst/>
            <a:rect l="0" t="0" r="0" b="0"/>
            <a:pathLst>
              <a:path w="132017" h="132017">
                <a:moveTo>
                  <a:pt x="0" y="0"/>
                </a:moveTo>
                <a:lnTo>
                  <a:pt x="0" y="132017"/>
                </a:lnTo>
                <a:lnTo>
                  <a:pt x="132017" y="132017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2" name="fx-1-139">
            <a:extLst>
              <a:ext uri="{FF2B5EF4-FFF2-40B4-BE49-F238E27FC236}">
                <a16:creationId xmlns:a16="http://schemas.microsoft.com/office/drawing/2014/main" id="{9F3A7D20-EF9E-49FF-9AAD-404BE91320EC}"/>
              </a:ext>
            </a:extLst>
          </p:cNvPr>
          <p:cNvSpPr>
            <a:spLocks noGrp="1"/>
          </p:cNvSpPr>
          <p:nvPr/>
        </p:nvSpPr>
        <p:spPr>
          <a:xfrm>
            <a:off x="1453286" y="2601182"/>
            <a:ext cx="264513" cy="9525"/>
          </a:xfrm>
          <a:custGeom>
            <a:avLst/>
            <a:gdLst/>
            <a:ahLst/>
            <a:cxnLst/>
            <a:rect l="0" t="0" r="0" b="0"/>
            <a:pathLst>
              <a:path w="264513" h="9525">
                <a:moveTo>
                  <a:pt x="0" y="0"/>
                </a:moveTo>
                <a:lnTo>
                  <a:pt x="264513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3" name="fx-1-140">
            <a:extLst>
              <a:ext uri="{FF2B5EF4-FFF2-40B4-BE49-F238E27FC236}">
                <a16:creationId xmlns:a16="http://schemas.microsoft.com/office/drawing/2014/main" id="{8C7409D8-E37B-451A-AD14-CD57AE3BC8D8}"/>
              </a:ext>
            </a:extLst>
          </p:cNvPr>
          <p:cNvSpPr>
            <a:spLocks noGrp="1"/>
          </p:cNvSpPr>
          <p:nvPr/>
        </p:nvSpPr>
        <p:spPr>
          <a:xfrm>
            <a:off x="1453286" y="2685193"/>
            <a:ext cx="264513" cy="9525"/>
          </a:xfrm>
          <a:custGeom>
            <a:avLst/>
            <a:gdLst/>
            <a:ahLst/>
            <a:cxnLst/>
            <a:rect l="0" t="0" r="0" b="0"/>
            <a:pathLst>
              <a:path w="264513" h="9525">
                <a:moveTo>
                  <a:pt x="0" y="0"/>
                </a:moveTo>
                <a:lnTo>
                  <a:pt x="264513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4" name="fx-1-141">
            <a:extLst>
              <a:ext uri="{FF2B5EF4-FFF2-40B4-BE49-F238E27FC236}">
                <a16:creationId xmlns:a16="http://schemas.microsoft.com/office/drawing/2014/main" id="{68DB679A-C6A5-4A4C-B296-3344A009C113}"/>
              </a:ext>
            </a:extLst>
          </p:cNvPr>
          <p:cNvSpPr>
            <a:spLocks noGrp="1"/>
          </p:cNvSpPr>
          <p:nvPr/>
        </p:nvSpPr>
        <p:spPr>
          <a:xfrm>
            <a:off x="1453286" y="2769203"/>
            <a:ext cx="264513" cy="9525"/>
          </a:xfrm>
          <a:custGeom>
            <a:avLst/>
            <a:gdLst/>
            <a:ahLst/>
            <a:cxnLst/>
            <a:rect l="0" t="0" r="0" b="0"/>
            <a:pathLst>
              <a:path w="264513" h="9525">
                <a:moveTo>
                  <a:pt x="0" y="0"/>
                </a:moveTo>
                <a:lnTo>
                  <a:pt x="264513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5" name="fx-1-142">
            <a:extLst>
              <a:ext uri="{FF2B5EF4-FFF2-40B4-BE49-F238E27FC236}">
                <a16:creationId xmlns:a16="http://schemas.microsoft.com/office/drawing/2014/main" id="{5DCBD005-BC1D-4EA1-A574-00AA6DC6AE71}"/>
              </a:ext>
            </a:extLst>
          </p:cNvPr>
          <p:cNvSpPr>
            <a:spLocks noGrp="1"/>
          </p:cNvSpPr>
          <p:nvPr/>
        </p:nvSpPr>
        <p:spPr>
          <a:xfrm>
            <a:off x="2295525" y="2333625"/>
            <a:ext cx="896302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APFS 去重：相同内容，共享存储</a:t>
            </a:r>
          </a:p>
        </p:txBody>
      </p:sp>
      <p:sp>
        <p:nvSpPr>
          <p:cNvPr id="16" name="fx-2-143">
            <a:extLst>
              <a:ext uri="{FF2B5EF4-FFF2-40B4-BE49-F238E27FC236}">
                <a16:creationId xmlns:a16="http://schemas.microsoft.com/office/drawing/2014/main" id="{CFC00882-D649-4E53-9428-08551507CB01}"/>
              </a:ext>
            </a:extLst>
          </p:cNvPr>
          <p:cNvSpPr>
            <a:spLocks noGrp="1"/>
          </p:cNvSpPr>
          <p:nvPr/>
        </p:nvSpPr>
        <p:spPr>
          <a:xfrm>
            <a:off x="1028700" y="3409950"/>
            <a:ext cx="440055" cy="440055"/>
          </a:xfrm>
          <a:prstGeom prst="ellipse">
            <a:avLst/>
          </a:prstGeom>
          <a:noFill/>
          <a:ln w="28575">
            <a:solidFill>
              <a:srgbClr val="ACD4B8"/>
            </a:solidFill>
          </a:ln>
        </p:spPr>
      </p:sp>
      <p:sp>
        <p:nvSpPr>
          <p:cNvPr id="17" name="fx-2-144">
            <a:extLst>
              <a:ext uri="{FF2B5EF4-FFF2-40B4-BE49-F238E27FC236}">
                <a16:creationId xmlns:a16="http://schemas.microsoft.com/office/drawing/2014/main" id="{5CD460E5-0ADF-475F-83F8-8858EB3424F1}"/>
              </a:ext>
            </a:extLst>
          </p:cNvPr>
          <p:cNvSpPr>
            <a:spLocks noGrp="1"/>
          </p:cNvSpPr>
          <p:nvPr/>
        </p:nvSpPr>
        <p:spPr>
          <a:xfrm>
            <a:off x="1408748" y="3789998"/>
            <a:ext cx="226695" cy="226695"/>
          </a:xfrm>
          <a:custGeom>
            <a:avLst/>
            <a:gdLst/>
            <a:ahLst/>
            <a:cxnLst/>
            <a:rect l="0" t="0" r="0" b="0"/>
            <a:pathLst>
              <a:path w="226695" h="226695">
                <a:moveTo>
                  <a:pt x="0" y="0"/>
                </a:moveTo>
                <a:lnTo>
                  <a:pt x="226695" y="226695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18" name="fx-2-145">
            <a:extLst>
              <a:ext uri="{FF2B5EF4-FFF2-40B4-BE49-F238E27FC236}">
                <a16:creationId xmlns:a16="http://schemas.microsoft.com/office/drawing/2014/main" id="{34E304DE-F983-4543-A744-6C327700B33F}"/>
              </a:ext>
            </a:extLst>
          </p:cNvPr>
          <p:cNvSpPr>
            <a:spLocks noGrp="1"/>
          </p:cNvSpPr>
          <p:nvPr/>
        </p:nvSpPr>
        <p:spPr>
          <a:xfrm>
            <a:off x="2295525" y="3467100"/>
            <a:ext cx="896302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占用分析：大文件在哪里</a:t>
            </a:r>
          </a:p>
        </p:txBody>
      </p:sp>
      <p:sp>
        <p:nvSpPr>
          <p:cNvPr id="19" name="fx-3-146">
            <a:extLst>
              <a:ext uri="{FF2B5EF4-FFF2-40B4-BE49-F238E27FC236}">
                <a16:creationId xmlns:a16="http://schemas.microsoft.com/office/drawing/2014/main" id="{AB68F228-7337-47D9-B90A-9A5ACFCFB59A}"/>
              </a:ext>
            </a:extLst>
          </p:cNvPr>
          <p:cNvSpPr>
            <a:spLocks noGrp="1"/>
          </p:cNvSpPr>
          <p:nvPr/>
        </p:nvSpPr>
        <p:spPr>
          <a:xfrm>
            <a:off x="962025" y="4665764"/>
            <a:ext cx="838200" cy="477355"/>
          </a:xfrm>
          <a:custGeom>
            <a:avLst/>
            <a:gdLst/>
            <a:ahLst/>
            <a:cxnLst/>
            <a:rect l="0" t="0" r="0" b="0"/>
            <a:pathLst>
              <a:path w="838200" h="477355">
                <a:moveTo>
                  <a:pt x="0" y="0"/>
                </a:moveTo>
                <a:lnTo>
                  <a:pt x="310134" y="0"/>
                </a:lnTo>
                <a:lnTo>
                  <a:pt x="402336" y="84239"/>
                </a:lnTo>
                <a:lnTo>
                  <a:pt x="838200" y="84239"/>
                </a:lnTo>
                <a:lnTo>
                  <a:pt x="838200" y="477355"/>
                </a:lnTo>
                <a:lnTo>
                  <a:pt x="0" y="477355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0" name="fx-3-147">
            <a:extLst>
              <a:ext uri="{FF2B5EF4-FFF2-40B4-BE49-F238E27FC236}">
                <a16:creationId xmlns:a16="http://schemas.microsoft.com/office/drawing/2014/main" id="{69C18E09-0898-4833-B4BB-BDBA8500EBAB}"/>
              </a:ext>
            </a:extLst>
          </p:cNvPr>
          <p:cNvSpPr>
            <a:spLocks noGrp="1"/>
          </p:cNvSpPr>
          <p:nvPr/>
        </p:nvSpPr>
        <p:spPr>
          <a:xfrm>
            <a:off x="2295525" y="4600575"/>
            <a:ext cx="896302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项目清理：移除可重建产物</a:t>
            </a:r>
          </a:p>
        </p:txBody>
      </p:sp>
    </p:spTree>
    <p:extLst>
      <p:ext uri="{BB962C8B-B14F-4D97-AF65-F5344CB8AC3E}">
        <p14:creationId xmlns:p14="http://schemas.microsoft.com/office/powerpoint/2010/main" val="77074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2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3EAAF64F-7150-46DE-8572-198210A51BCF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09 / AGENT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4DC0E3-9A40-4AEC-8280-D235FC31E38A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不知道怎么用？直接说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E08B1E-B74D-461D-A435-C68FED581DA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D8C35A-6BD5-4128-BEFD-2617DF04368B}"/>
              </a:ext>
            </a:extLst>
          </p:cNvPr>
          <p:cNvSpPr>
            <a:spLocks noGrp="1"/>
          </p:cNvSpPr>
          <p:nvPr/>
        </p:nvSpPr>
        <p:spPr>
          <a:xfrm>
            <a:off x="733425" y="2390775"/>
            <a:ext cx="60007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dirty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sz="2925" b="1" dirty="0" err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旧项目太大</a:t>
            </a:r>
            <a:r>
              <a:rPr sz="2925" b="1" dirty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5C5BA9-E301-438B-8006-7E2F5A511C92}"/>
              </a:ext>
            </a:extLst>
          </p:cNvPr>
          <p:cNvSpPr>
            <a:spLocks noGrp="1"/>
          </p:cNvSpPr>
          <p:nvPr/>
        </p:nvSpPr>
        <p:spPr>
          <a:xfrm>
            <a:off x="733425" y="3009900"/>
            <a:ext cx="60007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9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 dirty="0" err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帮我整理</a:t>
            </a:r>
            <a:r>
              <a:rPr sz="2925" b="1" dirty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。”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BD94C3C-EB7E-4AF2-8980-DC2AB2ED1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43738" y="1914525"/>
            <a:ext cx="4267200" cy="28956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59EEC2D-CC3E-44D4-B6E6-CAD89155D636}"/>
              </a:ext>
            </a:extLst>
          </p:cNvPr>
          <p:cNvSpPr>
            <a:spLocks noGrp="1"/>
          </p:cNvSpPr>
          <p:nvPr/>
        </p:nvSpPr>
        <p:spPr>
          <a:xfrm>
            <a:off x="723900" y="395287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通过选定的业务工具执行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9E6766-20D8-43FD-A441-641152A768DB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场景 Skill 接入规划中 · 对话示意</a:t>
            </a:r>
          </a:p>
        </p:txBody>
      </p:sp>
      <p:sp>
        <p:nvSpPr>
          <p:cNvPr id="9" name="fx-1-148">
            <a:extLst>
              <a:ext uri="{FF2B5EF4-FFF2-40B4-BE49-F238E27FC236}">
                <a16:creationId xmlns:a16="http://schemas.microsoft.com/office/drawing/2014/main" id="{B8C61731-C180-4836-B150-A810045EBB6D}"/>
              </a:ext>
            </a:extLst>
          </p:cNvPr>
          <p:cNvSpPr>
            <a:spLocks noGrp="1"/>
          </p:cNvSpPr>
          <p:nvPr/>
        </p:nvSpPr>
        <p:spPr>
          <a:xfrm>
            <a:off x="2124075" y="4962525"/>
            <a:ext cx="264033" cy="264033"/>
          </a:xfrm>
          <a:prstGeom prst="ellipse">
            <a:avLst/>
          </a:prstGeom>
          <a:noFill/>
          <a:ln w="28575">
            <a:solidFill>
              <a:srgbClr val="ACD4B8"/>
            </a:solidFill>
          </a:ln>
        </p:spPr>
      </p:sp>
      <p:sp>
        <p:nvSpPr>
          <p:cNvPr id="10" name="fx-1-149">
            <a:extLst>
              <a:ext uri="{FF2B5EF4-FFF2-40B4-BE49-F238E27FC236}">
                <a16:creationId xmlns:a16="http://schemas.microsoft.com/office/drawing/2014/main" id="{6DD48DD1-42F0-40FC-8D7A-C681E885A45B}"/>
              </a:ext>
            </a:extLst>
          </p:cNvPr>
          <p:cNvSpPr>
            <a:spLocks noGrp="1"/>
          </p:cNvSpPr>
          <p:nvPr/>
        </p:nvSpPr>
        <p:spPr>
          <a:xfrm>
            <a:off x="2352104" y="5190554"/>
            <a:ext cx="136017" cy="136017"/>
          </a:xfrm>
          <a:custGeom>
            <a:avLst/>
            <a:gdLst/>
            <a:ahLst/>
            <a:cxnLst/>
            <a:rect l="0" t="0" r="0" b="0"/>
            <a:pathLst>
              <a:path w="136017" h="136017">
                <a:moveTo>
                  <a:pt x="0" y="0"/>
                </a:moveTo>
                <a:lnTo>
                  <a:pt x="136017" y="136017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11" name="fx-1-150">
            <a:extLst>
              <a:ext uri="{FF2B5EF4-FFF2-40B4-BE49-F238E27FC236}">
                <a16:creationId xmlns:a16="http://schemas.microsoft.com/office/drawing/2014/main" id="{DBD2494A-0F3A-4407-BEF1-B3B0A2ADED03}"/>
              </a:ext>
            </a:extLst>
          </p:cNvPr>
          <p:cNvSpPr>
            <a:spLocks noGrp="1"/>
          </p:cNvSpPr>
          <p:nvPr/>
        </p:nvSpPr>
        <p:spPr>
          <a:xfrm>
            <a:off x="685800" y="5514975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检查占用</a:t>
            </a:r>
          </a:p>
        </p:txBody>
      </p:sp>
      <p:sp>
        <p:nvSpPr>
          <p:cNvPr id="12" name="fx-1-151">
            <a:extLst>
              <a:ext uri="{FF2B5EF4-FFF2-40B4-BE49-F238E27FC236}">
                <a16:creationId xmlns:a16="http://schemas.microsoft.com/office/drawing/2014/main" id="{BE62FD59-1857-4368-93B5-30B91C74E0A1}"/>
              </a:ext>
            </a:extLst>
          </p:cNvPr>
          <p:cNvSpPr>
            <a:spLocks noGrp="1"/>
          </p:cNvSpPr>
          <p:nvPr/>
        </p:nvSpPr>
        <p:spPr>
          <a:xfrm>
            <a:off x="3505200" y="5162550"/>
            <a:ext cx="1409700" cy="9525"/>
          </a:xfrm>
          <a:custGeom>
            <a:avLst/>
            <a:gdLst/>
            <a:ahLst/>
            <a:cxnLst/>
            <a:rect l="0" t="0" r="0" b="0"/>
            <a:pathLst>
              <a:path w="1409700" h="9525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3" name="fx-1-152">
            <a:extLst>
              <a:ext uri="{FF2B5EF4-FFF2-40B4-BE49-F238E27FC236}">
                <a16:creationId xmlns:a16="http://schemas.microsoft.com/office/drawing/2014/main" id="{7A968AFE-60A0-4256-B888-1DB370AC957D}"/>
              </a:ext>
            </a:extLst>
          </p:cNvPr>
          <p:cNvSpPr>
            <a:spLocks noGrp="1"/>
          </p:cNvSpPr>
          <p:nvPr/>
        </p:nvSpPr>
        <p:spPr>
          <a:xfrm>
            <a:off x="4849938" y="5122721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4" name="fx-2-153">
            <a:extLst>
              <a:ext uri="{FF2B5EF4-FFF2-40B4-BE49-F238E27FC236}">
                <a16:creationId xmlns:a16="http://schemas.microsoft.com/office/drawing/2014/main" id="{EE84C2F1-BD36-41E1-81E5-FB78C46A24E4}"/>
              </a:ext>
            </a:extLst>
          </p:cNvPr>
          <p:cNvSpPr>
            <a:spLocks noGrp="1"/>
          </p:cNvSpPr>
          <p:nvPr/>
        </p:nvSpPr>
        <p:spPr>
          <a:xfrm>
            <a:off x="5905500" y="4962525"/>
            <a:ext cx="304038" cy="400050"/>
          </a:xfrm>
          <a:custGeom>
            <a:avLst/>
            <a:gdLst/>
            <a:ahLst/>
            <a:cxnLst/>
            <a:rect l="0" t="0" r="0" b="0"/>
            <a:pathLst>
              <a:path w="304038" h="400050">
                <a:moveTo>
                  <a:pt x="0" y="0"/>
                </a:moveTo>
                <a:lnTo>
                  <a:pt x="216027" y="0"/>
                </a:lnTo>
                <a:lnTo>
                  <a:pt x="304038" y="88011"/>
                </a:lnTo>
                <a:lnTo>
                  <a:pt x="304038" y="400050"/>
                </a:lnTo>
                <a:lnTo>
                  <a:pt x="0" y="40005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5" name="fx-2-154">
            <a:extLst>
              <a:ext uri="{FF2B5EF4-FFF2-40B4-BE49-F238E27FC236}">
                <a16:creationId xmlns:a16="http://schemas.microsoft.com/office/drawing/2014/main" id="{9052C0AB-B565-4AC2-B008-AAA73EF536FC}"/>
              </a:ext>
            </a:extLst>
          </p:cNvPr>
          <p:cNvSpPr>
            <a:spLocks noGrp="1"/>
          </p:cNvSpPr>
          <p:nvPr/>
        </p:nvSpPr>
        <p:spPr>
          <a:xfrm>
            <a:off x="6121527" y="4962525"/>
            <a:ext cx="88011" cy="88011"/>
          </a:xfrm>
          <a:custGeom>
            <a:avLst/>
            <a:gdLst/>
            <a:ahLst/>
            <a:cxnLst/>
            <a:rect l="0" t="0" r="0" b="0"/>
            <a:pathLst>
              <a:path w="88011" h="88011">
                <a:moveTo>
                  <a:pt x="0" y="0"/>
                </a:moveTo>
                <a:lnTo>
                  <a:pt x="0" y="88011"/>
                </a:lnTo>
                <a:lnTo>
                  <a:pt x="88011" y="88011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6" name="fx-2-155">
            <a:extLst>
              <a:ext uri="{FF2B5EF4-FFF2-40B4-BE49-F238E27FC236}">
                <a16:creationId xmlns:a16="http://schemas.microsoft.com/office/drawing/2014/main" id="{A52AD138-EF55-4B3C-ABB2-3C293A6AA348}"/>
              </a:ext>
            </a:extLst>
          </p:cNvPr>
          <p:cNvSpPr>
            <a:spLocks noGrp="1"/>
          </p:cNvSpPr>
          <p:nvPr/>
        </p:nvSpPr>
        <p:spPr>
          <a:xfrm>
            <a:off x="5966308" y="5134546"/>
            <a:ext cx="176342" cy="9525"/>
          </a:xfrm>
          <a:custGeom>
            <a:avLst/>
            <a:gdLst/>
            <a:ahLst/>
            <a:cxnLst/>
            <a:rect l="0" t="0" r="0" b="0"/>
            <a:pathLst>
              <a:path w="176342" h="9525">
                <a:moveTo>
                  <a:pt x="0" y="0"/>
                </a:moveTo>
                <a:lnTo>
                  <a:pt x="176342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7" name="fx-2-156">
            <a:extLst>
              <a:ext uri="{FF2B5EF4-FFF2-40B4-BE49-F238E27FC236}">
                <a16:creationId xmlns:a16="http://schemas.microsoft.com/office/drawing/2014/main" id="{8ED2975D-214D-416A-9481-6C74C49EC54D}"/>
              </a:ext>
            </a:extLst>
          </p:cNvPr>
          <p:cNvSpPr>
            <a:spLocks noGrp="1"/>
          </p:cNvSpPr>
          <p:nvPr/>
        </p:nvSpPr>
        <p:spPr>
          <a:xfrm>
            <a:off x="5966308" y="5190554"/>
            <a:ext cx="176342" cy="9525"/>
          </a:xfrm>
          <a:custGeom>
            <a:avLst/>
            <a:gdLst/>
            <a:ahLst/>
            <a:cxnLst/>
            <a:rect l="0" t="0" r="0" b="0"/>
            <a:pathLst>
              <a:path w="176342" h="9525">
                <a:moveTo>
                  <a:pt x="0" y="0"/>
                </a:moveTo>
                <a:lnTo>
                  <a:pt x="176342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8" name="fx-2-157">
            <a:extLst>
              <a:ext uri="{FF2B5EF4-FFF2-40B4-BE49-F238E27FC236}">
                <a16:creationId xmlns:a16="http://schemas.microsoft.com/office/drawing/2014/main" id="{991F2A4B-8C63-44D1-8B0C-3EEDC0872B83}"/>
              </a:ext>
            </a:extLst>
          </p:cNvPr>
          <p:cNvSpPr>
            <a:spLocks noGrp="1"/>
          </p:cNvSpPr>
          <p:nvPr/>
        </p:nvSpPr>
        <p:spPr>
          <a:xfrm>
            <a:off x="5966308" y="5246561"/>
            <a:ext cx="176342" cy="9525"/>
          </a:xfrm>
          <a:custGeom>
            <a:avLst/>
            <a:gdLst/>
            <a:ahLst/>
            <a:cxnLst/>
            <a:rect l="0" t="0" r="0" b="0"/>
            <a:pathLst>
              <a:path w="176342" h="9525">
                <a:moveTo>
                  <a:pt x="0" y="0"/>
                </a:moveTo>
                <a:lnTo>
                  <a:pt x="176342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9" name="fx-2-158">
            <a:extLst>
              <a:ext uri="{FF2B5EF4-FFF2-40B4-BE49-F238E27FC236}">
                <a16:creationId xmlns:a16="http://schemas.microsoft.com/office/drawing/2014/main" id="{26C69067-5DE2-4F51-860B-38B1367EE398}"/>
              </a:ext>
            </a:extLst>
          </p:cNvPr>
          <p:cNvSpPr>
            <a:spLocks noGrp="1"/>
          </p:cNvSpPr>
          <p:nvPr/>
        </p:nvSpPr>
        <p:spPr>
          <a:xfrm>
            <a:off x="4467225" y="5514975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推荐方案</a:t>
            </a:r>
          </a:p>
        </p:txBody>
      </p:sp>
      <p:sp>
        <p:nvSpPr>
          <p:cNvPr id="20" name="fx-2-159">
            <a:extLst>
              <a:ext uri="{FF2B5EF4-FFF2-40B4-BE49-F238E27FC236}">
                <a16:creationId xmlns:a16="http://schemas.microsoft.com/office/drawing/2014/main" id="{23FA089E-1A55-40C9-A4B7-506830209F57}"/>
              </a:ext>
            </a:extLst>
          </p:cNvPr>
          <p:cNvSpPr>
            <a:spLocks noGrp="1"/>
          </p:cNvSpPr>
          <p:nvPr/>
        </p:nvSpPr>
        <p:spPr>
          <a:xfrm>
            <a:off x="7286625" y="5162550"/>
            <a:ext cx="1409700" cy="9525"/>
          </a:xfrm>
          <a:custGeom>
            <a:avLst/>
            <a:gdLst/>
            <a:ahLst/>
            <a:cxnLst/>
            <a:rect l="0" t="0" r="0" b="0"/>
            <a:pathLst>
              <a:path w="1409700" h="9525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21" name="fx-2-160">
            <a:extLst>
              <a:ext uri="{FF2B5EF4-FFF2-40B4-BE49-F238E27FC236}">
                <a16:creationId xmlns:a16="http://schemas.microsoft.com/office/drawing/2014/main" id="{3007F8F4-52C8-4821-B30F-1B629E533F34}"/>
              </a:ext>
            </a:extLst>
          </p:cNvPr>
          <p:cNvSpPr>
            <a:spLocks noGrp="1"/>
          </p:cNvSpPr>
          <p:nvPr/>
        </p:nvSpPr>
        <p:spPr>
          <a:xfrm>
            <a:off x="8631363" y="5122721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22" name="fx-3-161">
            <a:extLst>
              <a:ext uri="{FF2B5EF4-FFF2-40B4-BE49-F238E27FC236}">
                <a16:creationId xmlns:a16="http://schemas.microsoft.com/office/drawing/2014/main" id="{B34783EE-8850-4FB9-B35D-7B0A214F92D8}"/>
              </a:ext>
            </a:extLst>
          </p:cNvPr>
          <p:cNvSpPr>
            <a:spLocks noGrp="1"/>
          </p:cNvSpPr>
          <p:nvPr/>
        </p:nvSpPr>
        <p:spPr>
          <a:xfrm>
            <a:off x="9686925" y="5010531"/>
            <a:ext cx="400050" cy="264033"/>
          </a:xfrm>
          <a:custGeom>
            <a:avLst/>
            <a:gdLst/>
            <a:ahLst/>
            <a:cxnLst/>
            <a:rect l="0" t="0" r="0" b="0"/>
            <a:pathLst>
              <a:path w="400050" h="264033">
                <a:moveTo>
                  <a:pt x="0" y="132017"/>
                </a:moveTo>
                <a:lnTo>
                  <a:pt x="136017" y="264033"/>
                </a:lnTo>
                <a:lnTo>
                  <a:pt x="400050" y="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23" name="fx-3-162">
            <a:extLst>
              <a:ext uri="{FF2B5EF4-FFF2-40B4-BE49-F238E27FC236}">
                <a16:creationId xmlns:a16="http://schemas.microsoft.com/office/drawing/2014/main" id="{2AE58508-D918-423F-8B06-BAE7C79CDC42}"/>
              </a:ext>
            </a:extLst>
          </p:cNvPr>
          <p:cNvSpPr>
            <a:spLocks noGrp="1"/>
          </p:cNvSpPr>
          <p:nvPr/>
        </p:nvSpPr>
        <p:spPr>
          <a:xfrm>
            <a:off x="8248650" y="5514975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授权执行</a:t>
            </a:r>
          </a:p>
        </p:txBody>
      </p:sp>
    </p:spTree>
    <p:extLst>
      <p:ext uri="{BB962C8B-B14F-4D97-AF65-F5344CB8AC3E}">
        <p14:creationId xmlns:p14="http://schemas.microsoft.com/office/powerpoint/2010/main" val="156340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2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2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B1FE326D-759F-4E4F-98AA-AE9440478A97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10 / OUR CONTRIBUTION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1E2A04-326D-43B7-8CAE-6119891D89FA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让普通人用好这些能力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77998B-E8EB-4CEE-872F-BF6C4A2399AA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A0033D-A805-4529-8DC5-1CE8B05E6ECA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基于开源工具与系统能力构建</a:t>
            </a:r>
          </a:p>
        </p:txBody>
      </p:sp>
      <p:sp>
        <p:nvSpPr>
          <p:cNvPr id="5" name="fx-1-163">
            <a:extLst>
              <a:ext uri="{FF2B5EF4-FFF2-40B4-BE49-F238E27FC236}">
                <a16:creationId xmlns:a16="http://schemas.microsoft.com/office/drawing/2014/main" id="{FC004EDE-F697-45FB-A9E5-3E70C0AEE642}"/>
              </a:ext>
            </a:extLst>
          </p:cNvPr>
          <p:cNvSpPr>
            <a:spLocks noGrp="1"/>
          </p:cNvSpPr>
          <p:nvPr/>
        </p:nvSpPr>
        <p:spPr>
          <a:xfrm>
            <a:off x="1885950" y="2549622"/>
            <a:ext cx="914400" cy="153619"/>
          </a:xfrm>
          <a:prstGeom prst="roundRect">
            <a:avLst>
              <a:gd name="adj" fmla="val 18601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6" name="fx-1-164">
            <a:extLst>
              <a:ext uri="{FF2B5EF4-FFF2-40B4-BE49-F238E27FC236}">
                <a16:creationId xmlns:a16="http://schemas.microsoft.com/office/drawing/2014/main" id="{FB815005-AC2C-4AD7-92AA-AAE154079F50}"/>
              </a:ext>
            </a:extLst>
          </p:cNvPr>
          <p:cNvSpPr>
            <a:spLocks noGrp="1"/>
          </p:cNvSpPr>
          <p:nvPr/>
        </p:nvSpPr>
        <p:spPr>
          <a:xfrm>
            <a:off x="1959102" y="2703241"/>
            <a:ext cx="768096" cy="522305"/>
          </a:xfrm>
          <a:custGeom>
            <a:avLst/>
            <a:gdLst/>
            <a:ahLst/>
            <a:cxnLst/>
            <a:rect l="0" t="0" r="0" b="0"/>
            <a:pathLst>
              <a:path w="768096" h="522305">
                <a:moveTo>
                  <a:pt x="0" y="0"/>
                </a:moveTo>
                <a:lnTo>
                  <a:pt x="0" y="522305"/>
                </a:lnTo>
                <a:lnTo>
                  <a:pt x="768096" y="522305"/>
                </a:lnTo>
                <a:lnTo>
                  <a:pt x="768096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165">
            <a:extLst>
              <a:ext uri="{FF2B5EF4-FFF2-40B4-BE49-F238E27FC236}">
                <a16:creationId xmlns:a16="http://schemas.microsoft.com/office/drawing/2014/main" id="{52677734-4E35-49D4-AD5F-A8B5410A1DAA}"/>
              </a:ext>
            </a:extLst>
          </p:cNvPr>
          <p:cNvSpPr>
            <a:spLocks noGrp="1"/>
          </p:cNvSpPr>
          <p:nvPr/>
        </p:nvSpPr>
        <p:spPr>
          <a:xfrm>
            <a:off x="2233422" y="2902946"/>
            <a:ext cx="219456" cy="9525"/>
          </a:xfrm>
          <a:custGeom>
            <a:avLst/>
            <a:gdLst/>
            <a:ahLst/>
            <a:cxnLst/>
            <a:rect l="0" t="0" r="0" b="0"/>
            <a:pathLst>
              <a:path w="219456" h="9525">
                <a:moveTo>
                  <a:pt x="0" y="0"/>
                </a:moveTo>
                <a:lnTo>
                  <a:pt x="219456" y="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8" name="fx-1-166">
            <a:extLst>
              <a:ext uri="{FF2B5EF4-FFF2-40B4-BE49-F238E27FC236}">
                <a16:creationId xmlns:a16="http://schemas.microsoft.com/office/drawing/2014/main" id="{A2B66EC5-A071-483C-9A34-4396D00273B7}"/>
              </a:ext>
            </a:extLst>
          </p:cNvPr>
          <p:cNvSpPr>
            <a:spLocks noGrp="1"/>
          </p:cNvSpPr>
          <p:nvPr/>
        </p:nvSpPr>
        <p:spPr>
          <a:xfrm>
            <a:off x="600075" y="3971925"/>
            <a:ext cx="34861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围绕节省空间</a:t>
            </a:r>
          </a:p>
        </p:txBody>
      </p:sp>
      <p:sp>
        <p:nvSpPr>
          <p:cNvPr id="9" name="fx-1-167">
            <a:extLst>
              <a:ext uri="{FF2B5EF4-FFF2-40B4-BE49-F238E27FC236}">
                <a16:creationId xmlns:a16="http://schemas.microsoft.com/office/drawing/2014/main" id="{B4B3B69C-5D0C-4898-8C89-EBA4E759B660}"/>
              </a:ext>
            </a:extLst>
          </p:cNvPr>
          <p:cNvSpPr>
            <a:spLocks noGrp="1"/>
          </p:cNvSpPr>
          <p:nvPr/>
        </p:nvSpPr>
        <p:spPr>
          <a:xfrm>
            <a:off x="600075" y="4572000"/>
            <a:ext cx="34861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串成完整流程</a:t>
            </a:r>
          </a:p>
        </p:txBody>
      </p:sp>
      <p:sp>
        <p:nvSpPr>
          <p:cNvPr id="10" name="fx-2-168">
            <a:extLst>
              <a:ext uri="{FF2B5EF4-FFF2-40B4-BE49-F238E27FC236}">
                <a16:creationId xmlns:a16="http://schemas.microsoft.com/office/drawing/2014/main" id="{25EADE74-3476-4122-890D-22F5DCB2CB46}"/>
              </a:ext>
            </a:extLst>
          </p:cNvPr>
          <p:cNvSpPr>
            <a:spLocks noGrp="1"/>
          </p:cNvSpPr>
          <p:nvPr/>
        </p:nvSpPr>
        <p:spPr>
          <a:xfrm>
            <a:off x="5638800" y="2457450"/>
            <a:ext cx="914400" cy="621792"/>
          </a:xfrm>
          <a:prstGeom prst="roundRect">
            <a:avLst>
              <a:gd name="adj" fmla="val 7659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11" name="fx-2-169">
            <a:extLst>
              <a:ext uri="{FF2B5EF4-FFF2-40B4-BE49-F238E27FC236}">
                <a16:creationId xmlns:a16="http://schemas.microsoft.com/office/drawing/2014/main" id="{781B8943-822D-4420-B1D7-C7193BD4171B}"/>
              </a:ext>
            </a:extLst>
          </p:cNvPr>
          <p:cNvSpPr>
            <a:spLocks noGrp="1"/>
          </p:cNvSpPr>
          <p:nvPr/>
        </p:nvSpPr>
        <p:spPr>
          <a:xfrm>
            <a:off x="6096000" y="3079242"/>
            <a:ext cx="9525" cy="219456"/>
          </a:xfrm>
          <a:custGeom>
            <a:avLst/>
            <a:gdLst/>
            <a:ahLst/>
            <a:cxnLst/>
            <a:rect l="0" t="0" r="0" b="0"/>
            <a:pathLst>
              <a:path w="9525" h="219456">
                <a:moveTo>
                  <a:pt x="0" y="0"/>
                </a:moveTo>
                <a:lnTo>
                  <a:pt x="0" y="219456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2" name="fx-2-170">
            <a:extLst>
              <a:ext uri="{FF2B5EF4-FFF2-40B4-BE49-F238E27FC236}">
                <a16:creationId xmlns:a16="http://schemas.microsoft.com/office/drawing/2014/main" id="{092F09A4-B367-4BEB-991F-22A82C4F4462}"/>
              </a:ext>
            </a:extLst>
          </p:cNvPr>
          <p:cNvSpPr>
            <a:spLocks noGrp="1"/>
          </p:cNvSpPr>
          <p:nvPr/>
        </p:nvSpPr>
        <p:spPr>
          <a:xfrm>
            <a:off x="5858256" y="3298698"/>
            <a:ext cx="475488" cy="9525"/>
          </a:xfrm>
          <a:custGeom>
            <a:avLst/>
            <a:gdLst/>
            <a:ahLst/>
            <a:cxnLst/>
            <a:rect l="0" t="0" r="0" b="0"/>
            <a:pathLst>
              <a:path w="475488" h="9525">
                <a:moveTo>
                  <a:pt x="0" y="0"/>
                </a:moveTo>
                <a:lnTo>
                  <a:pt x="475488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3" name="fx-2-171">
            <a:extLst>
              <a:ext uri="{FF2B5EF4-FFF2-40B4-BE49-F238E27FC236}">
                <a16:creationId xmlns:a16="http://schemas.microsoft.com/office/drawing/2014/main" id="{8A24CD6B-38D9-4D3F-ABC0-6627189D0802}"/>
              </a:ext>
            </a:extLst>
          </p:cNvPr>
          <p:cNvSpPr>
            <a:spLocks noGrp="1"/>
          </p:cNvSpPr>
          <p:nvPr/>
        </p:nvSpPr>
        <p:spPr>
          <a:xfrm>
            <a:off x="4352925" y="3971925"/>
            <a:ext cx="34861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拖拽操作</a:t>
            </a:r>
          </a:p>
        </p:txBody>
      </p:sp>
      <p:sp>
        <p:nvSpPr>
          <p:cNvPr id="14" name="fx-2-172">
            <a:extLst>
              <a:ext uri="{FF2B5EF4-FFF2-40B4-BE49-F238E27FC236}">
                <a16:creationId xmlns:a16="http://schemas.microsoft.com/office/drawing/2014/main" id="{ADC04077-E08F-4395-8CE4-7711E5B3049B}"/>
              </a:ext>
            </a:extLst>
          </p:cNvPr>
          <p:cNvSpPr>
            <a:spLocks noGrp="1"/>
          </p:cNvSpPr>
          <p:nvPr/>
        </p:nvSpPr>
        <p:spPr>
          <a:xfrm>
            <a:off x="4352925" y="4572000"/>
            <a:ext cx="34861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简单窗口</a:t>
            </a:r>
          </a:p>
        </p:txBody>
      </p:sp>
      <p:sp>
        <p:nvSpPr>
          <p:cNvPr id="15" name="fx-3-173">
            <a:extLst>
              <a:ext uri="{FF2B5EF4-FFF2-40B4-BE49-F238E27FC236}">
                <a16:creationId xmlns:a16="http://schemas.microsoft.com/office/drawing/2014/main" id="{49B4726C-D411-4D5E-9308-C2085ABFB61F}"/>
              </a:ext>
            </a:extLst>
          </p:cNvPr>
          <p:cNvSpPr>
            <a:spLocks noGrp="1"/>
          </p:cNvSpPr>
          <p:nvPr/>
        </p:nvSpPr>
        <p:spPr>
          <a:xfrm>
            <a:off x="9391650" y="2457450"/>
            <a:ext cx="914400" cy="585216"/>
          </a:xfrm>
          <a:prstGeom prst="roundRect">
            <a:avLst>
              <a:gd name="adj" fmla="val 13021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16" name="fx-3-174">
            <a:extLst>
              <a:ext uri="{FF2B5EF4-FFF2-40B4-BE49-F238E27FC236}">
                <a16:creationId xmlns:a16="http://schemas.microsoft.com/office/drawing/2014/main" id="{3210CE94-04A3-493D-BD51-D4CBD9A04B00}"/>
              </a:ext>
            </a:extLst>
          </p:cNvPr>
          <p:cNvSpPr>
            <a:spLocks noGrp="1"/>
          </p:cNvSpPr>
          <p:nvPr/>
        </p:nvSpPr>
        <p:spPr>
          <a:xfrm>
            <a:off x="9592818" y="3042666"/>
            <a:ext cx="192024" cy="182880"/>
          </a:xfrm>
          <a:custGeom>
            <a:avLst/>
            <a:gdLst/>
            <a:ahLst/>
            <a:cxnLst/>
            <a:rect l="0" t="0" r="0" b="0"/>
            <a:pathLst>
              <a:path w="192024" h="182880">
                <a:moveTo>
                  <a:pt x="0" y="0"/>
                </a:moveTo>
                <a:lnTo>
                  <a:pt x="0" y="182880"/>
                </a:lnTo>
                <a:lnTo>
                  <a:pt x="192024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7" name="fx-3-175">
            <a:extLst>
              <a:ext uri="{FF2B5EF4-FFF2-40B4-BE49-F238E27FC236}">
                <a16:creationId xmlns:a16="http://schemas.microsoft.com/office/drawing/2014/main" id="{7AE5DB57-1520-4617-97EE-A7576B025EA2}"/>
              </a:ext>
            </a:extLst>
          </p:cNvPr>
          <p:cNvSpPr>
            <a:spLocks noGrp="1"/>
          </p:cNvSpPr>
          <p:nvPr/>
        </p:nvSpPr>
        <p:spPr>
          <a:xfrm>
            <a:off x="9592818" y="2704338"/>
            <a:ext cx="50292" cy="50292"/>
          </a:xfrm>
          <a:prstGeom prst="ellipse">
            <a:avLst/>
          </a:prstGeom>
          <a:solidFill>
            <a:srgbClr val="ACD4B8"/>
          </a:solidFill>
          <a:ln w="0">
            <a:noFill/>
          </a:ln>
        </p:spPr>
      </p:sp>
      <p:sp>
        <p:nvSpPr>
          <p:cNvPr id="18" name="fx-3-176">
            <a:extLst>
              <a:ext uri="{FF2B5EF4-FFF2-40B4-BE49-F238E27FC236}">
                <a16:creationId xmlns:a16="http://schemas.microsoft.com/office/drawing/2014/main" id="{19B7BB85-5D09-4EE8-86CD-90E1B5B76A81}"/>
              </a:ext>
            </a:extLst>
          </p:cNvPr>
          <p:cNvSpPr>
            <a:spLocks noGrp="1"/>
          </p:cNvSpPr>
          <p:nvPr/>
        </p:nvSpPr>
        <p:spPr>
          <a:xfrm>
            <a:off x="9793986" y="2704338"/>
            <a:ext cx="50292" cy="50292"/>
          </a:xfrm>
          <a:prstGeom prst="ellipse">
            <a:avLst/>
          </a:prstGeom>
          <a:solidFill>
            <a:srgbClr val="ACD4B8"/>
          </a:solidFill>
          <a:ln w="0">
            <a:noFill/>
          </a:ln>
        </p:spPr>
      </p:sp>
      <p:sp>
        <p:nvSpPr>
          <p:cNvPr id="19" name="fx-3-177">
            <a:extLst>
              <a:ext uri="{FF2B5EF4-FFF2-40B4-BE49-F238E27FC236}">
                <a16:creationId xmlns:a16="http://schemas.microsoft.com/office/drawing/2014/main" id="{1014D6C7-1A61-4570-98CA-51DFB88D0E1F}"/>
              </a:ext>
            </a:extLst>
          </p:cNvPr>
          <p:cNvSpPr>
            <a:spLocks noGrp="1"/>
          </p:cNvSpPr>
          <p:nvPr/>
        </p:nvSpPr>
        <p:spPr>
          <a:xfrm>
            <a:off x="9995154" y="2704338"/>
            <a:ext cx="50292" cy="50292"/>
          </a:xfrm>
          <a:prstGeom prst="ellipse">
            <a:avLst/>
          </a:prstGeom>
          <a:solidFill>
            <a:srgbClr val="ACD4B8"/>
          </a:solidFill>
          <a:ln w="0">
            <a:noFill/>
          </a:ln>
        </p:spPr>
      </p:sp>
      <p:sp>
        <p:nvSpPr>
          <p:cNvPr id="20" name="fx-3-178">
            <a:extLst>
              <a:ext uri="{FF2B5EF4-FFF2-40B4-BE49-F238E27FC236}">
                <a16:creationId xmlns:a16="http://schemas.microsoft.com/office/drawing/2014/main" id="{8957B852-15AF-4970-A05F-3B4AD749AFF3}"/>
              </a:ext>
            </a:extLst>
          </p:cNvPr>
          <p:cNvSpPr>
            <a:spLocks noGrp="1"/>
          </p:cNvSpPr>
          <p:nvPr/>
        </p:nvSpPr>
        <p:spPr>
          <a:xfrm>
            <a:off x="8105775" y="3971925"/>
            <a:ext cx="34861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对话交互</a:t>
            </a:r>
          </a:p>
        </p:txBody>
      </p:sp>
      <p:sp>
        <p:nvSpPr>
          <p:cNvPr id="21" name="fx-3-179">
            <a:extLst>
              <a:ext uri="{FF2B5EF4-FFF2-40B4-BE49-F238E27FC236}">
                <a16:creationId xmlns:a16="http://schemas.microsoft.com/office/drawing/2014/main" id="{E4F014CC-B5E8-4209-9E96-ECD14A7651DA}"/>
              </a:ext>
            </a:extLst>
          </p:cNvPr>
          <p:cNvSpPr>
            <a:spLocks noGrp="1"/>
          </p:cNvSpPr>
          <p:nvPr/>
        </p:nvSpPr>
        <p:spPr>
          <a:xfrm>
            <a:off x="8105775" y="4572000"/>
            <a:ext cx="34861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工具执行</a:t>
            </a:r>
          </a:p>
        </p:txBody>
      </p:sp>
    </p:spTree>
    <p:extLst>
      <p:ext uri="{BB962C8B-B14F-4D97-AF65-F5344CB8AC3E}">
        <p14:creationId xmlns:p14="http://schemas.microsoft.com/office/powerpoint/2010/main" val="73187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2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2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  <p:bldP spid="14" grpId="0"/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4C500B0-FBB2-43C1-A9EF-8DAEDAAB3A4E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11 / POCKET VIDEO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7A34F6-E8EF-423A-9BFB-B8DACA6A641A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演唱会录下来了，空间不够了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343750-B680-45CC-B537-430CD026F499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7C173C-992C-44E6-BB9C-494882FEE102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95250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大疆 Pocket 录像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4FFE5-35C0-4005-A066-C1B9C619ABA4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6191250" cy="1333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840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lang="en-US" dirty="0"/>
              <a:t>84</a:t>
            </a:r>
            <a:r>
              <a:rPr sz="8400" b="1" dirty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8400" b="1" dirty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6</a:t>
            </a:r>
            <a:r>
              <a:rPr sz="8400" b="1" dirty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%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2A7B56-4469-4064-8DC8-66F5FD784AD8}"/>
              </a:ext>
            </a:extLst>
          </p:cNvPr>
          <p:cNvSpPr>
            <a:spLocks noGrp="1"/>
          </p:cNvSpPr>
          <p:nvPr/>
        </p:nvSpPr>
        <p:spPr>
          <a:xfrm>
            <a:off x="800100" y="4038600"/>
            <a:ext cx="61912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文件体积减少</a:t>
            </a:r>
            <a:endParaRPr sz="2400" b="1" dirty="0">
              <a:solidFill>
                <a:srgbClr val="F1F5F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069A15-551B-4F1D-8E49-FD5E30C63506}"/>
              </a:ext>
            </a:extLst>
          </p:cNvPr>
          <p:cNvSpPr>
            <a:spLocks noGrp="1"/>
          </p:cNvSpPr>
          <p:nvPr/>
        </p:nvSpPr>
        <p:spPr>
          <a:xfrm>
            <a:off x="7724775" y="2571750"/>
            <a:ext cx="3781425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ctr">
              <a:defRPr sz="35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dirty="0"/>
              <a:t>2.92</a:t>
            </a:r>
            <a:r>
              <a:rPr sz="3525" b="1" dirty="0">
                <a:solidFill>
                  <a:srgbClr val="F1F5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dirty="0"/>
              <a:t>G</a:t>
            </a:r>
            <a:r>
              <a:rPr sz="3525" b="1" dirty="0">
                <a:solidFill>
                  <a:srgbClr val="F1F5F0"/>
                </a:solidFill>
                <a:latin typeface="Consolas"/>
                <a:ea typeface="Consolas"/>
                <a:cs typeface="Consolas"/>
              </a:rPr>
              <a:t>B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CECDF6-977E-4F4B-8560-02941B9B21B7}"/>
              </a:ext>
            </a:extLst>
          </p:cNvPr>
          <p:cNvSpPr>
            <a:spLocks noGrp="1"/>
          </p:cNvSpPr>
          <p:nvPr/>
        </p:nvSpPr>
        <p:spPr>
          <a:xfrm>
            <a:off x="7724775" y="3771900"/>
            <a:ext cx="3781425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ctr">
              <a:defRPr sz="397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lang="en-US" dirty="0"/>
              <a:t>459</a:t>
            </a:r>
            <a:r>
              <a:rPr sz="3975" b="1" dirty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.</a:t>
            </a:r>
            <a:r>
              <a:rPr lang="en-US" sz="3975" b="1" dirty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8</a:t>
            </a:r>
            <a:r>
              <a:rPr sz="3975" b="1" dirty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 MB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6076F6-911A-4937-ABD8-BC21394D98F6}"/>
              </a:ext>
            </a:extLst>
          </p:cNvPr>
          <p:cNvSpPr>
            <a:spLocks noGrp="1"/>
          </p:cNvSpPr>
          <p:nvPr/>
        </p:nvSpPr>
        <p:spPr>
          <a:xfrm>
            <a:off x="723900" y="5010150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 err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拖入压缩</a:t>
            </a:r>
            <a:r>
              <a:rPr sz="2175" b="1" dirty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　</a:t>
            </a:r>
            <a:r>
              <a:rPr sz="2175" b="1" dirty="0" err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打标归档</a:t>
            </a:r>
            <a:r>
              <a:rPr sz="2175" b="1" dirty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　</a:t>
            </a:r>
            <a:r>
              <a:rPr sz="2175" b="1" dirty="0" err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用时找回</a:t>
            </a:r>
            <a:endParaRPr sz="2175" b="1" dirty="0">
              <a:solidFill>
                <a:srgbClr val="F1F5F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CC8B6D-E380-42C3-ADB6-E6BD94B07F5E}"/>
              </a:ext>
            </a:extLst>
          </p:cNvPr>
          <p:cNvSpPr>
            <a:spLocks noGrp="1"/>
          </p:cNvSpPr>
          <p:nvPr/>
        </p:nvSpPr>
        <p:spPr>
          <a:xfrm>
            <a:off x="723900" y="5543550"/>
            <a:ext cx="107632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Pocket 3 适配：4K、10bit、保留音频</a:t>
            </a:r>
          </a:p>
        </p:txBody>
      </p:sp>
      <p:sp>
        <p:nvSpPr>
          <p:cNvPr id="12" name="fx-1-180">
            <a:extLst>
              <a:ext uri="{FF2B5EF4-FFF2-40B4-BE49-F238E27FC236}">
                <a16:creationId xmlns:a16="http://schemas.microsoft.com/office/drawing/2014/main" id="{260E12B9-8A7F-4F96-B40A-2442D9ACAFEA}"/>
              </a:ext>
            </a:extLst>
          </p:cNvPr>
          <p:cNvSpPr>
            <a:spLocks noGrp="1"/>
          </p:cNvSpPr>
          <p:nvPr/>
        </p:nvSpPr>
        <p:spPr>
          <a:xfrm>
            <a:off x="9620250" y="3295650"/>
            <a:ext cx="9525" cy="390525"/>
          </a:xfrm>
          <a:custGeom>
            <a:avLst/>
            <a:gdLst/>
            <a:ahLst/>
            <a:cxnLst/>
            <a:rect l="0" t="0" r="0" b="0"/>
            <a:pathLst>
              <a:path w="9525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3" name="fx-1-181">
            <a:extLst>
              <a:ext uri="{FF2B5EF4-FFF2-40B4-BE49-F238E27FC236}">
                <a16:creationId xmlns:a16="http://schemas.microsoft.com/office/drawing/2014/main" id="{A330263B-4E5F-44CB-B4DF-33F1DF957A27}"/>
              </a:ext>
            </a:extLst>
          </p:cNvPr>
          <p:cNvSpPr>
            <a:spLocks noGrp="1"/>
          </p:cNvSpPr>
          <p:nvPr/>
        </p:nvSpPr>
        <p:spPr>
          <a:xfrm>
            <a:off x="9580421" y="362121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</p:spTree>
    <p:extLst>
      <p:ext uri="{BB962C8B-B14F-4D97-AF65-F5344CB8AC3E}">
        <p14:creationId xmlns:p14="http://schemas.microsoft.com/office/powerpoint/2010/main" val="205201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97EBE3E5-DB64-452B-A100-138425CE3C34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12 / WECHAT FILES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ED47F5-5BE0-457C-942C-40D7F3A6AC89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微信旧文件，用时按名称找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59765F-6440-4A21-B7FB-C7FE5C34571C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BB728B-3052-4630-A8F8-5209C82D2DEA}"/>
              </a:ext>
            </a:extLst>
          </p:cNvPr>
          <p:cNvSpPr>
            <a:spLocks noGrp="1"/>
          </p:cNvSpPr>
          <p:nvPr/>
        </p:nvSpPr>
        <p:spPr>
          <a:xfrm>
            <a:off x="723900" y="2143125"/>
            <a:ext cx="107632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不需要的文件，按需删除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5602E6-8619-4E5B-9F66-43B880651013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专用场景方案</a:t>
            </a:r>
          </a:p>
        </p:txBody>
      </p:sp>
      <p:sp>
        <p:nvSpPr>
          <p:cNvPr id="6" name="fx-1-182">
            <a:extLst>
              <a:ext uri="{FF2B5EF4-FFF2-40B4-BE49-F238E27FC236}">
                <a16:creationId xmlns:a16="http://schemas.microsoft.com/office/drawing/2014/main" id="{980AB4C3-4884-4A89-8CC7-D06EB8657480}"/>
              </a:ext>
            </a:extLst>
          </p:cNvPr>
          <p:cNvSpPr>
            <a:spLocks noGrp="1"/>
          </p:cNvSpPr>
          <p:nvPr/>
        </p:nvSpPr>
        <p:spPr>
          <a:xfrm>
            <a:off x="1895475" y="3229404"/>
            <a:ext cx="857250" cy="488204"/>
          </a:xfrm>
          <a:custGeom>
            <a:avLst/>
            <a:gdLst/>
            <a:ahLst/>
            <a:cxnLst/>
            <a:rect l="0" t="0" r="0" b="0"/>
            <a:pathLst>
              <a:path w="857250" h="488204">
                <a:moveTo>
                  <a:pt x="0" y="0"/>
                </a:moveTo>
                <a:lnTo>
                  <a:pt x="317183" y="0"/>
                </a:lnTo>
                <a:lnTo>
                  <a:pt x="411480" y="86154"/>
                </a:lnTo>
                <a:lnTo>
                  <a:pt x="857250" y="86154"/>
                </a:lnTo>
                <a:lnTo>
                  <a:pt x="857250" y="488204"/>
                </a:lnTo>
                <a:lnTo>
                  <a:pt x="0" y="488204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183">
            <a:extLst>
              <a:ext uri="{FF2B5EF4-FFF2-40B4-BE49-F238E27FC236}">
                <a16:creationId xmlns:a16="http://schemas.microsoft.com/office/drawing/2014/main" id="{0B4404C7-AB90-4E62-86C9-128844AFBD22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选定附件</a:t>
            </a:r>
          </a:p>
        </p:txBody>
      </p:sp>
      <p:sp>
        <p:nvSpPr>
          <p:cNvPr id="8" name="fx-1-184">
            <a:extLst>
              <a:ext uri="{FF2B5EF4-FFF2-40B4-BE49-F238E27FC236}">
                <a16:creationId xmlns:a16="http://schemas.microsoft.com/office/drawing/2014/main" id="{D501CBE0-4CB3-498B-94DA-AEDE1560CBB4}"/>
              </a:ext>
            </a:extLst>
          </p:cNvPr>
          <p:cNvSpPr>
            <a:spLocks noGrp="1"/>
          </p:cNvSpPr>
          <p:nvPr/>
        </p:nvSpPr>
        <p:spPr>
          <a:xfrm>
            <a:off x="3505200" y="3571875"/>
            <a:ext cx="1409700" cy="9525"/>
          </a:xfrm>
          <a:custGeom>
            <a:avLst/>
            <a:gdLst/>
            <a:ahLst/>
            <a:cxnLst/>
            <a:rect l="0" t="0" r="0" b="0"/>
            <a:pathLst>
              <a:path w="1409700" h="9525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9" name="fx-1-185">
            <a:extLst>
              <a:ext uri="{FF2B5EF4-FFF2-40B4-BE49-F238E27FC236}">
                <a16:creationId xmlns:a16="http://schemas.microsoft.com/office/drawing/2014/main" id="{D21CAC32-F7CB-4268-8D57-BDA224A0B935}"/>
              </a:ext>
            </a:extLst>
          </p:cNvPr>
          <p:cNvSpPr>
            <a:spLocks noGrp="1"/>
          </p:cNvSpPr>
          <p:nvPr/>
        </p:nvSpPr>
        <p:spPr>
          <a:xfrm>
            <a:off x="4849938" y="3532046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0" name="fx-2-186">
            <a:extLst>
              <a:ext uri="{FF2B5EF4-FFF2-40B4-BE49-F238E27FC236}">
                <a16:creationId xmlns:a16="http://schemas.microsoft.com/office/drawing/2014/main" id="{C45EE815-D27B-47AB-AB36-41E5E1B4BF3C}"/>
              </a:ext>
            </a:extLst>
          </p:cNvPr>
          <p:cNvSpPr>
            <a:spLocks noGrp="1"/>
          </p:cNvSpPr>
          <p:nvPr/>
        </p:nvSpPr>
        <p:spPr>
          <a:xfrm>
            <a:off x="5676900" y="3229661"/>
            <a:ext cx="857250" cy="144018"/>
          </a:xfrm>
          <a:prstGeom prst="roundRect">
            <a:avLst>
              <a:gd name="adj" fmla="val 19841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11" name="fx-2-187">
            <a:extLst>
              <a:ext uri="{FF2B5EF4-FFF2-40B4-BE49-F238E27FC236}">
                <a16:creationId xmlns:a16="http://schemas.microsoft.com/office/drawing/2014/main" id="{B218CD7D-1207-45AA-9D1E-B02A377B352A}"/>
              </a:ext>
            </a:extLst>
          </p:cNvPr>
          <p:cNvSpPr>
            <a:spLocks noGrp="1"/>
          </p:cNvSpPr>
          <p:nvPr/>
        </p:nvSpPr>
        <p:spPr>
          <a:xfrm>
            <a:off x="5745480" y="3373679"/>
            <a:ext cx="720090" cy="489661"/>
          </a:xfrm>
          <a:custGeom>
            <a:avLst/>
            <a:gdLst/>
            <a:ahLst/>
            <a:cxnLst/>
            <a:rect l="0" t="0" r="0" b="0"/>
            <a:pathLst>
              <a:path w="720090" h="489661">
                <a:moveTo>
                  <a:pt x="0" y="0"/>
                </a:moveTo>
                <a:lnTo>
                  <a:pt x="0" y="489661"/>
                </a:lnTo>
                <a:lnTo>
                  <a:pt x="720090" y="489661"/>
                </a:lnTo>
                <a:lnTo>
                  <a:pt x="72009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2" name="fx-2-188">
            <a:extLst>
              <a:ext uri="{FF2B5EF4-FFF2-40B4-BE49-F238E27FC236}">
                <a16:creationId xmlns:a16="http://schemas.microsoft.com/office/drawing/2014/main" id="{17E70E6E-E22A-4FEF-9451-2D1731C9A74D}"/>
              </a:ext>
            </a:extLst>
          </p:cNvPr>
          <p:cNvSpPr>
            <a:spLocks noGrp="1"/>
          </p:cNvSpPr>
          <p:nvPr/>
        </p:nvSpPr>
        <p:spPr>
          <a:xfrm>
            <a:off x="6002655" y="3560902"/>
            <a:ext cx="205740" cy="9525"/>
          </a:xfrm>
          <a:custGeom>
            <a:avLst/>
            <a:gdLst/>
            <a:ahLst/>
            <a:cxnLst/>
            <a:rect l="0" t="0" r="0" b="0"/>
            <a:pathLst>
              <a:path w="205740" h="9525">
                <a:moveTo>
                  <a:pt x="0" y="0"/>
                </a:moveTo>
                <a:lnTo>
                  <a:pt x="205740" y="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13" name="fx-2-189">
            <a:extLst>
              <a:ext uri="{FF2B5EF4-FFF2-40B4-BE49-F238E27FC236}">
                <a16:creationId xmlns:a16="http://schemas.microsoft.com/office/drawing/2014/main" id="{9A945F12-CC24-4869-B4B7-E2542D95AA7B}"/>
              </a:ext>
            </a:extLst>
          </p:cNvPr>
          <p:cNvSpPr>
            <a:spLocks noGrp="1"/>
          </p:cNvSpPr>
          <p:nvPr/>
        </p:nvSpPr>
        <p:spPr>
          <a:xfrm>
            <a:off x="4467225" y="4400550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压缩归档</a:t>
            </a:r>
          </a:p>
        </p:txBody>
      </p:sp>
      <p:sp>
        <p:nvSpPr>
          <p:cNvPr id="14" name="fx-2-190">
            <a:extLst>
              <a:ext uri="{FF2B5EF4-FFF2-40B4-BE49-F238E27FC236}">
                <a16:creationId xmlns:a16="http://schemas.microsoft.com/office/drawing/2014/main" id="{8DD2B648-A1F3-4038-B337-B87EA85B0101}"/>
              </a:ext>
            </a:extLst>
          </p:cNvPr>
          <p:cNvSpPr>
            <a:spLocks noGrp="1"/>
          </p:cNvSpPr>
          <p:nvPr/>
        </p:nvSpPr>
        <p:spPr>
          <a:xfrm>
            <a:off x="7286625" y="3571875"/>
            <a:ext cx="1409700" cy="9525"/>
          </a:xfrm>
          <a:custGeom>
            <a:avLst/>
            <a:gdLst/>
            <a:ahLst/>
            <a:cxnLst/>
            <a:rect l="0" t="0" r="0" b="0"/>
            <a:pathLst>
              <a:path w="1409700" h="9525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5" name="fx-2-191">
            <a:extLst>
              <a:ext uri="{FF2B5EF4-FFF2-40B4-BE49-F238E27FC236}">
                <a16:creationId xmlns:a16="http://schemas.microsoft.com/office/drawing/2014/main" id="{763E0D9C-EBE5-4E9D-84F4-6E31B5F57757}"/>
              </a:ext>
            </a:extLst>
          </p:cNvPr>
          <p:cNvSpPr>
            <a:spLocks noGrp="1"/>
          </p:cNvSpPr>
          <p:nvPr/>
        </p:nvSpPr>
        <p:spPr>
          <a:xfrm>
            <a:off x="8631363" y="3532046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6" name="fx-3-192">
            <a:extLst>
              <a:ext uri="{FF2B5EF4-FFF2-40B4-BE49-F238E27FC236}">
                <a16:creationId xmlns:a16="http://schemas.microsoft.com/office/drawing/2014/main" id="{B0A06DFC-925C-4FE6-B8C4-6E8832F95F7A}"/>
              </a:ext>
            </a:extLst>
          </p:cNvPr>
          <p:cNvSpPr>
            <a:spLocks noGrp="1"/>
          </p:cNvSpPr>
          <p:nvPr/>
        </p:nvSpPr>
        <p:spPr>
          <a:xfrm>
            <a:off x="9458325" y="3143250"/>
            <a:ext cx="565785" cy="565785"/>
          </a:xfrm>
          <a:prstGeom prst="ellipse">
            <a:avLst/>
          </a:prstGeom>
          <a:noFill/>
          <a:ln w="28575">
            <a:solidFill>
              <a:srgbClr val="ACD4B8"/>
            </a:solidFill>
          </a:ln>
        </p:spPr>
      </p:sp>
      <p:sp>
        <p:nvSpPr>
          <p:cNvPr id="17" name="fx-3-193">
            <a:extLst>
              <a:ext uri="{FF2B5EF4-FFF2-40B4-BE49-F238E27FC236}">
                <a16:creationId xmlns:a16="http://schemas.microsoft.com/office/drawing/2014/main" id="{43D03510-4A18-427E-A4EC-549A2F7D521D}"/>
              </a:ext>
            </a:extLst>
          </p:cNvPr>
          <p:cNvSpPr>
            <a:spLocks noGrp="1"/>
          </p:cNvSpPr>
          <p:nvPr/>
        </p:nvSpPr>
        <p:spPr>
          <a:xfrm>
            <a:off x="9946958" y="3631883"/>
            <a:ext cx="291465" cy="291465"/>
          </a:xfrm>
          <a:custGeom>
            <a:avLst/>
            <a:gdLst/>
            <a:ahLst/>
            <a:cxnLst/>
            <a:rect l="0" t="0" r="0" b="0"/>
            <a:pathLst>
              <a:path w="291465" h="291465">
                <a:moveTo>
                  <a:pt x="0" y="0"/>
                </a:moveTo>
                <a:lnTo>
                  <a:pt x="291465" y="291465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18" name="fx-3-194">
            <a:extLst>
              <a:ext uri="{FF2B5EF4-FFF2-40B4-BE49-F238E27FC236}">
                <a16:creationId xmlns:a16="http://schemas.microsoft.com/office/drawing/2014/main" id="{77447E3D-9487-42A6-BE24-BFECE1E91094}"/>
              </a:ext>
            </a:extLst>
          </p:cNvPr>
          <p:cNvSpPr>
            <a:spLocks noGrp="1"/>
          </p:cNvSpPr>
          <p:nvPr/>
        </p:nvSpPr>
        <p:spPr>
          <a:xfrm>
            <a:off x="8248650" y="4400550"/>
            <a:ext cx="32766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记得文件名，就能搜</a:t>
            </a:r>
          </a:p>
        </p:txBody>
      </p:sp>
    </p:spTree>
    <p:extLst>
      <p:ext uri="{BB962C8B-B14F-4D97-AF65-F5344CB8AC3E}">
        <p14:creationId xmlns:p14="http://schemas.microsoft.com/office/powerpoint/2010/main" val="194000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2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2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BBE9C8FE-4A19-49E5-BCA4-8A95B5785EFA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14 / MORE SCENARIOS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C5F8C8-6245-4D3B-8E05-7FCBEC9DB79A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还有这些空间，也值得整理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222A8A-20D8-481F-994A-EA598D449639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CF3D7E-8FCF-46C4-A37E-77AE93C987D3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按已接入能力处理，专用流程逐步完善</a:t>
            </a:r>
          </a:p>
        </p:txBody>
      </p:sp>
      <p:sp>
        <p:nvSpPr>
          <p:cNvPr id="5" name="fx-1-212">
            <a:extLst>
              <a:ext uri="{FF2B5EF4-FFF2-40B4-BE49-F238E27FC236}">
                <a16:creationId xmlns:a16="http://schemas.microsoft.com/office/drawing/2014/main" id="{294772E5-4B30-4E59-8DF7-B0911F1EE351}"/>
              </a:ext>
            </a:extLst>
          </p:cNvPr>
          <p:cNvSpPr>
            <a:spLocks noGrp="1"/>
          </p:cNvSpPr>
          <p:nvPr/>
        </p:nvSpPr>
        <p:spPr>
          <a:xfrm>
            <a:off x="1981200" y="2344674"/>
            <a:ext cx="723900" cy="470535"/>
          </a:xfrm>
          <a:prstGeom prst="roundRect">
            <a:avLst>
              <a:gd name="adj" fmla="val 12146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6" name="fx-1-213">
            <a:extLst>
              <a:ext uri="{FF2B5EF4-FFF2-40B4-BE49-F238E27FC236}">
                <a16:creationId xmlns:a16="http://schemas.microsoft.com/office/drawing/2014/main" id="{C3E5EC71-E879-4C31-9C8F-B969A6DA7AAA}"/>
              </a:ext>
            </a:extLst>
          </p:cNvPr>
          <p:cNvSpPr>
            <a:spLocks noGrp="1"/>
          </p:cNvSpPr>
          <p:nvPr/>
        </p:nvSpPr>
        <p:spPr>
          <a:xfrm>
            <a:off x="2220087" y="2446020"/>
            <a:ext cx="246126" cy="246126"/>
          </a:xfrm>
          <a:prstGeom prst="ellipse">
            <a:avLst/>
          </a:prstGeom>
          <a:noFill/>
          <a:ln w="19050">
            <a:solidFill>
              <a:srgbClr val="ACD4B8"/>
            </a:solidFill>
          </a:ln>
        </p:spPr>
      </p:sp>
      <p:sp>
        <p:nvSpPr>
          <p:cNvPr id="7" name="fx-1-214">
            <a:extLst>
              <a:ext uri="{FF2B5EF4-FFF2-40B4-BE49-F238E27FC236}">
                <a16:creationId xmlns:a16="http://schemas.microsoft.com/office/drawing/2014/main" id="{2A521853-74B9-4743-AFB6-37C800C98EEA}"/>
              </a:ext>
            </a:extLst>
          </p:cNvPr>
          <p:cNvSpPr>
            <a:spLocks noGrp="1"/>
          </p:cNvSpPr>
          <p:nvPr/>
        </p:nvSpPr>
        <p:spPr>
          <a:xfrm>
            <a:off x="2089785" y="2228850"/>
            <a:ext cx="253365" cy="115824"/>
          </a:xfrm>
          <a:custGeom>
            <a:avLst/>
            <a:gdLst/>
            <a:ahLst/>
            <a:cxnLst/>
            <a:rect l="0" t="0" r="0" b="0"/>
            <a:pathLst>
              <a:path w="253365" h="115824">
                <a:moveTo>
                  <a:pt x="0" y="115824"/>
                </a:moveTo>
                <a:lnTo>
                  <a:pt x="50673" y="0"/>
                </a:lnTo>
                <a:lnTo>
                  <a:pt x="217170" y="0"/>
                </a:lnTo>
                <a:lnTo>
                  <a:pt x="253365" y="115824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8" name="fx-1-215">
            <a:extLst>
              <a:ext uri="{FF2B5EF4-FFF2-40B4-BE49-F238E27FC236}">
                <a16:creationId xmlns:a16="http://schemas.microsoft.com/office/drawing/2014/main" id="{A4D846FB-0212-41CF-9155-A9279755C1E4}"/>
              </a:ext>
            </a:extLst>
          </p:cNvPr>
          <p:cNvSpPr>
            <a:spLocks noGrp="1"/>
          </p:cNvSpPr>
          <p:nvPr/>
        </p:nvSpPr>
        <p:spPr>
          <a:xfrm>
            <a:off x="571500" y="3276600"/>
            <a:ext cx="35433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摄影照片</a:t>
            </a:r>
          </a:p>
        </p:txBody>
      </p:sp>
      <p:sp>
        <p:nvSpPr>
          <p:cNvPr id="9" name="fx-1-216">
            <a:extLst>
              <a:ext uri="{FF2B5EF4-FFF2-40B4-BE49-F238E27FC236}">
                <a16:creationId xmlns:a16="http://schemas.microsoft.com/office/drawing/2014/main" id="{D5CE56C4-654C-451B-AA9C-F2168407E055}"/>
              </a:ext>
            </a:extLst>
          </p:cNvPr>
          <p:cNvSpPr>
            <a:spLocks noGrp="1"/>
          </p:cNvSpPr>
          <p:nvPr/>
        </p:nvSpPr>
        <p:spPr>
          <a:xfrm>
            <a:off x="5734050" y="2228850"/>
            <a:ext cx="550164" cy="723900"/>
          </a:xfrm>
          <a:custGeom>
            <a:avLst/>
            <a:gdLst/>
            <a:ahLst/>
            <a:cxnLst/>
            <a:rect l="0" t="0" r="0" b="0"/>
            <a:pathLst>
              <a:path w="550164" h="723900">
                <a:moveTo>
                  <a:pt x="0" y="0"/>
                </a:moveTo>
                <a:lnTo>
                  <a:pt x="390906" y="0"/>
                </a:lnTo>
                <a:lnTo>
                  <a:pt x="550164" y="159258"/>
                </a:lnTo>
                <a:lnTo>
                  <a:pt x="550164" y="723900"/>
                </a:lnTo>
                <a:lnTo>
                  <a:pt x="0" y="7239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0" name="fx-1-217">
            <a:extLst>
              <a:ext uri="{FF2B5EF4-FFF2-40B4-BE49-F238E27FC236}">
                <a16:creationId xmlns:a16="http://schemas.microsoft.com/office/drawing/2014/main" id="{76EE4035-78EB-46AD-BEF2-1B7BE8729024}"/>
              </a:ext>
            </a:extLst>
          </p:cNvPr>
          <p:cNvSpPr>
            <a:spLocks noGrp="1"/>
          </p:cNvSpPr>
          <p:nvPr/>
        </p:nvSpPr>
        <p:spPr>
          <a:xfrm>
            <a:off x="6124956" y="2228850"/>
            <a:ext cx="159258" cy="159258"/>
          </a:xfrm>
          <a:custGeom>
            <a:avLst/>
            <a:gdLst/>
            <a:ahLst/>
            <a:cxnLst/>
            <a:rect l="0" t="0" r="0" b="0"/>
            <a:pathLst>
              <a:path w="159258" h="159258">
                <a:moveTo>
                  <a:pt x="0" y="0"/>
                </a:moveTo>
                <a:lnTo>
                  <a:pt x="0" y="159258"/>
                </a:lnTo>
                <a:lnTo>
                  <a:pt x="159258" y="15925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1" name="fx-1-218">
            <a:extLst>
              <a:ext uri="{FF2B5EF4-FFF2-40B4-BE49-F238E27FC236}">
                <a16:creationId xmlns:a16="http://schemas.microsoft.com/office/drawing/2014/main" id="{E0C3EB0C-BA74-4AC1-BE2E-F22220672436}"/>
              </a:ext>
            </a:extLst>
          </p:cNvPr>
          <p:cNvSpPr>
            <a:spLocks noGrp="1"/>
          </p:cNvSpPr>
          <p:nvPr/>
        </p:nvSpPr>
        <p:spPr>
          <a:xfrm>
            <a:off x="5926607" y="2511171"/>
            <a:ext cx="192557" cy="238887"/>
          </a:xfrm>
          <a:custGeom>
            <a:avLst/>
            <a:gdLst/>
            <a:ahLst/>
            <a:cxnLst/>
            <a:rect l="0" t="0" r="0" b="0"/>
            <a:pathLst>
              <a:path w="192557" h="238887">
                <a:moveTo>
                  <a:pt x="0" y="0"/>
                </a:moveTo>
                <a:lnTo>
                  <a:pt x="0" y="238887"/>
                </a:lnTo>
                <a:lnTo>
                  <a:pt x="192557" y="115824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2" name="fx-1-219">
            <a:extLst>
              <a:ext uri="{FF2B5EF4-FFF2-40B4-BE49-F238E27FC236}">
                <a16:creationId xmlns:a16="http://schemas.microsoft.com/office/drawing/2014/main" id="{1C970AD4-35F6-481B-B2DB-4F364C681BD4}"/>
              </a:ext>
            </a:extLst>
          </p:cNvPr>
          <p:cNvSpPr>
            <a:spLocks noGrp="1"/>
          </p:cNvSpPr>
          <p:nvPr/>
        </p:nvSpPr>
        <p:spPr>
          <a:xfrm>
            <a:off x="4324350" y="3276600"/>
            <a:ext cx="35433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会议录像</a:t>
            </a:r>
          </a:p>
        </p:txBody>
      </p:sp>
      <p:sp>
        <p:nvSpPr>
          <p:cNvPr id="13" name="fx-1-220">
            <a:extLst>
              <a:ext uri="{FF2B5EF4-FFF2-40B4-BE49-F238E27FC236}">
                <a16:creationId xmlns:a16="http://schemas.microsoft.com/office/drawing/2014/main" id="{48EB74B8-6C72-4A01-9204-DBD336117B34}"/>
              </a:ext>
            </a:extLst>
          </p:cNvPr>
          <p:cNvSpPr>
            <a:spLocks noGrp="1"/>
          </p:cNvSpPr>
          <p:nvPr/>
        </p:nvSpPr>
        <p:spPr>
          <a:xfrm>
            <a:off x="9486900" y="2228850"/>
            <a:ext cx="550164" cy="723900"/>
          </a:xfrm>
          <a:custGeom>
            <a:avLst/>
            <a:gdLst/>
            <a:ahLst/>
            <a:cxnLst/>
            <a:rect l="0" t="0" r="0" b="0"/>
            <a:pathLst>
              <a:path w="550164" h="723900">
                <a:moveTo>
                  <a:pt x="0" y="0"/>
                </a:moveTo>
                <a:lnTo>
                  <a:pt x="390906" y="0"/>
                </a:lnTo>
                <a:lnTo>
                  <a:pt x="550164" y="159258"/>
                </a:lnTo>
                <a:lnTo>
                  <a:pt x="550164" y="723900"/>
                </a:lnTo>
                <a:lnTo>
                  <a:pt x="0" y="7239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4" name="fx-1-221">
            <a:extLst>
              <a:ext uri="{FF2B5EF4-FFF2-40B4-BE49-F238E27FC236}">
                <a16:creationId xmlns:a16="http://schemas.microsoft.com/office/drawing/2014/main" id="{E619F42C-495C-4534-BC41-41472E4D3947}"/>
              </a:ext>
            </a:extLst>
          </p:cNvPr>
          <p:cNvSpPr>
            <a:spLocks noGrp="1"/>
          </p:cNvSpPr>
          <p:nvPr/>
        </p:nvSpPr>
        <p:spPr>
          <a:xfrm>
            <a:off x="9877806" y="2228850"/>
            <a:ext cx="159258" cy="159258"/>
          </a:xfrm>
          <a:custGeom>
            <a:avLst/>
            <a:gdLst/>
            <a:ahLst/>
            <a:cxnLst/>
            <a:rect l="0" t="0" r="0" b="0"/>
            <a:pathLst>
              <a:path w="159258" h="159258">
                <a:moveTo>
                  <a:pt x="0" y="0"/>
                </a:moveTo>
                <a:lnTo>
                  <a:pt x="0" y="159258"/>
                </a:lnTo>
                <a:lnTo>
                  <a:pt x="159258" y="15925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5" name="fx-1-222">
            <a:extLst>
              <a:ext uri="{FF2B5EF4-FFF2-40B4-BE49-F238E27FC236}">
                <a16:creationId xmlns:a16="http://schemas.microsoft.com/office/drawing/2014/main" id="{7156D17A-3015-4B0E-9FFD-E049F2C718EF}"/>
              </a:ext>
            </a:extLst>
          </p:cNvPr>
          <p:cNvSpPr>
            <a:spLocks noGrp="1"/>
          </p:cNvSpPr>
          <p:nvPr/>
        </p:nvSpPr>
        <p:spPr>
          <a:xfrm>
            <a:off x="9596933" y="2540127"/>
            <a:ext cx="319095" cy="9525"/>
          </a:xfrm>
          <a:custGeom>
            <a:avLst/>
            <a:gdLst/>
            <a:ahLst/>
            <a:cxnLst/>
            <a:rect l="0" t="0" r="0" b="0"/>
            <a:pathLst>
              <a:path w="319095" h="9525">
                <a:moveTo>
                  <a:pt x="0" y="0"/>
                </a:moveTo>
                <a:lnTo>
                  <a:pt x="319095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6" name="fx-1-223">
            <a:extLst>
              <a:ext uri="{FF2B5EF4-FFF2-40B4-BE49-F238E27FC236}">
                <a16:creationId xmlns:a16="http://schemas.microsoft.com/office/drawing/2014/main" id="{4B8010AA-5F95-4B88-8554-3D3352DFF37F}"/>
              </a:ext>
            </a:extLst>
          </p:cNvPr>
          <p:cNvSpPr>
            <a:spLocks noGrp="1"/>
          </p:cNvSpPr>
          <p:nvPr/>
        </p:nvSpPr>
        <p:spPr>
          <a:xfrm>
            <a:off x="9596933" y="2641473"/>
            <a:ext cx="319095" cy="9525"/>
          </a:xfrm>
          <a:custGeom>
            <a:avLst/>
            <a:gdLst/>
            <a:ahLst/>
            <a:cxnLst/>
            <a:rect l="0" t="0" r="0" b="0"/>
            <a:pathLst>
              <a:path w="319095" h="9525">
                <a:moveTo>
                  <a:pt x="0" y="0"/>
                </a:moveTo>
                <a:lnTo>
                  <a:pt x="319095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7" name="fx-1-224">
            <a:extLst>
              <a:ext uri="{FF2B5EF4-FFF2-40B4-BE49-F238E27FC236}">
                <a16:creationId xmlns:a16="http://schemas.microsoft.com/office/drawing/2014/main" id="{460ED755-82AD-4FC2-807B-ADCD15DE9590}"/>
              </a:ext>
            </a:extLst>
          </p:cNvPr>
          <p:cNvSpPr>
            <a:spLocks noGrp="1"/>
          </p:cNvSpPr>
          <p:nvPr/>
        </p:nvSpPr>
        <p:spPr>
          <a:xfrm>
            <a:off x="9596933" y="2742819"/>
            <a:ext cx="319095" cy="9525"/>
          </a:xfrm>
          <a:custGeom>
            <a:avLst/>
            <a:gdLst/>
            <a:ahLst/>
            <a:cxnLst/>
            <a:rect l="0" t="0" r="0" b="0"/>
            <a:pathLst>
              <a:path w="319095" h="9525">
                <a:moveTo>
                  <a:pt x="0" y="0"/>
                </a:moveTo>
                <a:lnTo>
                  <a:pt x="319095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8" name="fx-1-225">
            <a:extLst>
              <a:ext uri="{FF2B5EF4-FFF2-40B4-BE49-F238E27FC236}">
                <a16:creationId xmlns:a16="http://schemas.microsoft.com/office/drawing/2014/main" id="{78CCD2D8-E581-47AE-A26D-22D3C72EA0D5}"/>
              </a:ext>
            </a:extLst>
          </p:cNvPr>
          <p:cNvSpPr>
            <a:spLocks noGrp="1"/>
          </p:cNvSpPr>
          <p:nvPr/>
        </p:nvSpPr>
        <p:spPr>
          <a:xfrm>
            <a:off x="8077200" y="3276600"/>
            <a:ext cx="35433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工作资料</a:t>
            </a:r>
          </a:p>
        </p:txBody>
      </p:sp>
      <p:sp>
        <p:nvSpPr>
          <p:cNvPr id="19" name="fx-2-226">
            <a:extLst>
              <a:ext uri="{FF2B5EF4-FFF2-40B4-BE49-F238E27FC236}">
                <a16:creationId xmlns:a16="http://schemas.microsoft.com/office/drawing/2014/main" id="{14AECED9-29DE-4F7B-B656-5BE77FAD6E25}"/>
              </a:ext>
            </a:extLst>
          </p:cNvPr>
          <p:cNvSpPr>
            <a:spLocks noGrp="1"/>
          </p:cNvSpPr>
          <p:nvPr/>
        </p:nvSpPr>
        <p:spPr>
          <a:xfrm>
            <a:off x="1981200" y="4178027"/>
            <a:ext cx="723900" cy="412261"/>
          </a:xfrm>
          <a:custGeom>
            <a:avLst/>
            <a:gdLst/>
            <a:ahLst/>
            <a:cxnLst/>
            <a:rect l="0" t="0" r="0" b="0"/>
            <a:pathLst>
              <a:path w="723900" h="412261">
                <a:moveTo>
                  <a:pt x="0" y="0"/>
                </a:moveTo>
                <a:lnTo>
                  <a:pt x="267843" y="0"/>
                </a:lnTo>
                <a:lnTo>
                  <a:pt x="347472" y="72752"/>
                </a:lnTo>
                <a:lnTo>
                  <a:pt x="723900" y="72752"/>
                </a:lnTo>
                <a:lnTo>
                  <a:pt x="723900" y="412261"/>
                </a:lnTo>
                <a:lnTo>
                  <a:pt x="0" y="412261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0" name="fx-2-227">
            <a:extLst>
              <a:ext uri="{FF2B5EF4-FFF2-40B4-BE49-F238E27FC236}">
                <a16:creationId xmlns:a16="http://schemas.microsoft.com/office/drawing/2014/main" id="{922885F2-8A6C-42ED-9227-1D401BC6E9CF}"/>
              </a:ext>
            </a:extLst>
          </p:cNvPr>
          <p:cNvSpPr>
            <a:spLocks noGrp="1"/>
          </p:cNvSpPr>
          <p:nvPr/>
        </p:nvSpPr>
        <p:spPr>
          <a:xfrm>
            <a:off x="571500" y="5153025"/>
            <a:ext cx="35433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旧项目</a:t>
            </a:r>
          </a:p>
        </p:txBody>
      </p:sp>
      <p:sp>
        <p:nvSpPr>
          <p:cNvPr id="21" name="fx-2-228">
            <a:extLst>
              <a:ext uri="{FF2B5EF4-FFF2-40B4-BE49-F238E27FC236}">
                <a16:creationId xmlns:a16="http://schemas.microsoft.com/office/drawing/2014/main" id="{09026B2D-94E8-46E9-9710-910A99447683}"/>
              </a:ext>
            </a:extLst>
          </p:cNvPr>
          <p:cNvSpPr>
            <a:spLocks noGrp="1"/>
          </p:cNvSpPr>
          <p:nvPr/>
        </p:nvSpPr>
        <p:spPr>
          <a:xfrm>
            <a:off x="5857113" y="4286250"/>
            <a:ext cx="485013" cy="542925"/>
          </a:xfrm>
          <a:custGeom>
            <a:avLst/>
            <a:gdLst/>
            <a:ahLst/>
            <a:cxnLst/>
            <a:rect l="0" t="0" r="0" b="0"/>
            <a:pathLst>
              <a:path w="485013" h="542925">
                <a:moveTo>
                  <a:pt x="0" y="0"/>
                </a:moveTo>
                <a:lnTo>
                  <a:pt x="50673" y="542925"/>
                </a:lnTo>
                <a:lnTo>
                  <a:pt x="434340" y="542925"/>
                </a:lnTo>
                <a:lnTo>
                  <a:pt x="485013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2" name="fx-2-229">
            <a:extLst>
              <a:ext uri="{FF2B5EF4-FFF2-40B4-BE49-F238E27FC236}">
                <a16:creationId xmlns:a16="http://schemas.microsoft.com/office/drawing/2014/main" id="{EB09E2D5-B5E6-42A0-90FA-2FAE60D3FB02}"/>
              </a:ext>
            </a:extLst>
          </p:cNvPr>
          <p:cNvSpPr>
            <a:spLocks noGrp="1"/>
          </p:cNvSpPr>
          <p:nvPr/>
        </p:nvSpPr>
        <p:spPr>
          <a:xfrm>
            <a:off x="5784723" y="4264533"/>
            <a:ext cx="629793" cy="9525"/>
          </a:xfrm>
          <a:custGeom>
            <a:avLst/>
            <a:gdLst/>
            <a:ahLst/>
            <a:cxnLst/>
            <a:rect l="0" t="0" r="0" b="0"/>
            <a:pathLst>
              <a:path w="629793" h="9525">
                <a:moveTo>
                  <a:pt x="0" y="0"/>
                </a:moveTo>
                <a:lnTo>
                  <a:pt x="629793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3" name="fx-2-230">
            <a:extLst>
              <a:ext uri="{FF2B5EF4-FFF2-40B4-BE49-F238E27FC236}">
                <a16:creationId xmlns:a16="http://schemas.microsoft.com/office/drawing/2014/main" id="{0D71A200-C635-4276-BF80-51A99BCB02B0}"/>
              </a:ext>
            </a:extLst>
          </p:cNvPr>
          <p:cNvSpPr>
            <a:spLocks noGrp="1"/>
          </p:cNvSpPr>
          <p:nvPr/>
        </p:nvSpPr>
        <p:spPr>
          <a:xfrm>
            <a:off x="5965698" y="4105275"/>
            <a:ext cx="260604" cy="144780"/>
          </a:xfrm>
          <a:custGeom>
            <a:avLst/>
            <a:gdLst/>
            <a:ahLst/>
            <a:cxnLst/>
            <a:rect l="0" t="0" r="0" b="0"/>
            <a:pathLst>
              <a:path w="260604" h="144780">
                <a:moveTo>
                  <a:pt x="0" y="144780"/>
                </a:moveTo>
                <a:lnTo>
                  <a:pt x="28956" y="0"/>
                </a:lnTo>
                <a:lnTo>
                  <a:pt x="238887" y="0"/>
                </a:lnTo>
                <a:lnTo>
                  <a:pt x="260604" y="14478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4" name="fx-2-231">
            <a:extLst>
              <a:ext uri="{FF2B5EF4-FFF2-40B4-BE49-F238E27FC236}">
                <a16:creationId xmlns:a16="http://schemas.microsoft.com/office/drawing/2014/main" id="{90372856-B68F-4A38-A571-4D5BD949FF13}"/>
              </a:ext>
            </a:extLst>
          </p:cNvPr>
          <p:cNvSpPr>
            <a:spLocks noGrp="1"/>
          </p:cNvSpPr>
          <p:nvPr/>
        </p:nvSpPr>
        <p:spPr>
          <a:xfrm>
            <a:off x="6038088" y="4409313"/>
            <a:ext cx="9525" cy="275082"/>
          </a:xfrm>
          <a:custGeom>
            <a:avLst/>
            <a:gdLst/>
            <a:ahLst/>
            <a:cxnLst/>
            <a:rect l="0" t="0" r="0" b="0"/>
            <a:pathLst>
              <a:path w="9525" h="275082">
                <a:moveTo>
                  <a:pt x="0" y="0"/>
                </a:moveTo>
                <a:lnTo>
                  <a:pt x="0" y="275082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5" name="fx-2-232">
            <a:extLst>
              <a:ext uri="{FF2B5EF4-FFF2-40B4-BE49-F238E27FC236}">
                <a16:creationId xmlns:a16="http://schemas.microsoft.com/office/drawing/2014/main" id="{2A7A4D83-34F6-436B-BE5B-BFE728BC62EC}"/>
              </a:ext>
            </a:extLst>
          </p:cNvPr>
          <p:cNvSpPr>
            <a:spLocks noGrp="1"/>
          </p:cNvSpPr>
          <p:nvPr/>
        </p:nvSpPr>
        <p:spPr>
          <a:xfrm>
            <a:off x="6175629" y="4409313"/>
            <a:ext cx="9525" cy="275082"/>
          </a:xfrm>
          <a:custGeom>
            <a:avLst/>
            <a:gdLst/>
            <a:ahLst/>
            <a:cxnLst/>
            <a:rect l="0" t="0" r="0" b="0"/>
            <a:pathLst>
              <a:path w="9525" h="275082">
                <a:moveTo>
                  <a:pt x="0" y="0"/>
                </a:moveTo>
                <a:lnTo>
                  <a:pt x="0" y="275082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6" name="fx-2-233">
            <a:extLst>
              <a:ext uri="{FF2B5EF4-FFF2-40B4-BE49-F238E27FC236}">
                <a16:creationId xmlns:a16="http://schemas.microsoft.com/office/drawing/2014/main" id="{666C30EF-C2C4-49A4-B185-262F80CECFD5}"/>
              </a:ext>
            </a:extLst>
          </p:cNvPr>
          <p:cNvSpPr>
            <a:spLocks noGrp="1"/>
          </p:cNvSpPr>
          <p:nvPr/>
        </p:nvSpPr>
        <p:spPr>
          <a:xfrm>
            <a:off x="4324350" y="5153025"/>
            <a:ext cx="35433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软件缓存与旧下载</a:t>
            </a:r>
          </a:p>
        </p:txBody>
      </p:sp>
      <p:sp>
        <p:nvSpPr>
          <p:cNvPr id="27" name="fx-2-234">
            <a:extLst>
              <a:ext uri="{FF2B5EF4-FFF2-40B4-BE49-F238E27FC236}">
                <a16:creationId xmlns:a16="http://schemas.microsoft.com/office/drawing/2014/main" id="{9A38C842-0DC6-453E-B105-3678F540DF45}"/>
              </a:ext>
            </a:extLst>
          </p:cNvPr>
          <p:cNvSpPr>
            <a:spLocks noGrp="1"/>
          </p:cNvSpPr>
          <p:nvPr/>
        </p:nvSpPr>
        <p:spPr>
          <a:xfrm>
            <a:off x="9486900" y="4105275"/>
            <a:ext cx="723900" cy="492252"/>
          </a:xfrm>
          <a:prstGeom prst="roundRect">
            <a:avLst>
              <a:gd name="adj" fmla="val 9675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28" name="fx-2-235">
            <a:extLst>
              <a:ext uri="{FF2B5EF4-FFF2-40B4-BE49-F238E27FC236}">
                <a16:creationId xmlns:a16="http://schemas.microsoft.com/office/drawing/2014/main" id="{630FE616-BF3F-454C-808C-B64E5D8444CF}"/>
              </a:ext>
            </a:extLst>
          </p:cNvPr>
          <p:cNvSpPr>
            <a:spLocks noGrp="1"/>
          </p:cNvSpPr>
          <p:nvPr/>
        </p:nvSpPr>
        <p:spPr>
          <a:xfrm>
            <a:off x="9848850" y="4597527"/>
            <a:ext cx="9525" cy="173736"/>
          </a:xfrm>
          <a:custGeom>
            <a:avLst/>
            <a:gdLst/>
            <a:ahLst/>
            <a:cxnLst/>
            <a:rect l="0" t="0" r="0" b="0"/>
            <a:pathLst>
              <a:path w="9525" h="173736">
                <a:moveTo>
                  <a:pt x="0" y="0"/>
                </a:moveTo>
                <a:lnTo>
                  <a:pt x="0" y="173736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9" name="fx-2-236">
            <a:extLst>
              <a:ext uri="{FF2B5EF4-FFF2-40B4-BE49-F238E27FC236}">
                <a16:creationId xmlns:a16="http://schemas.microsoft.com/office/drawing/2014/main" id="{CC1740E8-EDDC-4360-84B4-1F5BD4776B43}"/>
              </a:ext>
            </a:extLst>
          </p:cNvPr>
          <p:cNvSpPr>
            <a:spLocks noGrp="1"/>
          </p:cNvSpPr>
          <p:nvPr/>
        </p:nvSpPr>
        <p:spPr>
          <a:xfrm>
            <a:off x="9660636" y="4771263"/>
            <a:ext cx="376428" cy="9525"/>
          </a:xfrm>
          <a:custGeom>
            <a:avLst/>
            <a:gdLst/>
            <a:ahLst/>
            <a:cxnLst/>
            <a:rect l="0" t="0" r="0" b="0"/>
            <a:pathLst>
              <a:path w="376428" h="9525">
                <a:moveTo>
                  <a:pt x="0" y="0"/>
                </a:moveTo>
                <a:lnTo>
                  <a:pt x="376428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30" name="fx-2-237">
            <a:extLst>
              <a:ext uri="{FF2B5EF4-FFF2-40B4-BE49-F238E27FC236}">
                <a16:creationId xmlns:a16="http://schemas.microsoft.com/office/drawing/2014/main" id="{A10BE89C-F007-41E6-B196-BCA4FCD913D7}"/>
              </a:ext>
            </a:extLst>
          </p:cNvPr>
          <p:cNvSpPr>
            <a:spLocks noGrp="1"/>
          </p:cNvSpPr>
          <p:nvPr/>
        </p:nvSpPr>
        <p:spPr>
          <a:xfrm>
            <a:off x="8077200" y="5153025"/>
            <a:ext cx="35433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网盘本地副本</a:t>
            </a:r>
          </a:p>
        </p:txBody>
      </p:sp>
    </p:spTree>
    <p:extLst>
      <p:ext uri="{BB962C8B-B14F-4D97-AF65-F5344CB8AC3E}">
        <p14:creationId xmlns:p14="http://schemas.microsoft.com/office/powerpoint/2010/main" val="45632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2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8" grpId="0"/>
      <p:bldP spid="20" grpId="0"/>
      <p:bldP spid="26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67D7A526-F5F0-4B7A-A98F-992C8E6EE428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16 / ARKIVE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CCE631-261E-44FF-AF90-427066B89906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少占空间，随时可寻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9E6D61-CDD8-46F0-9508-E25C6839BED8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2EB44E-8A29-4D64-8B4B-6F5ABA605FA2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6858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腾出电脑空间，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7F45D1-E41D-4789-8955-450065E80B08}"/>
              </a:ext>
            </a:extLst>
          </p:cNvPr>
          <p:cNvSpPr>
            <a:spLocks noGrp="1"/>
          </p:cNvSpPr>
          <p:nvPr/>
        </p:nvSpPr>
        <p:spPr>
          <a:xfrm>
            <a:off x="742950" y="2981325"/>
            <a:ext cx="68580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找回不常用的文件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2EA09B-75E7-4881-8950-BD9CF72DF61A}"/>
              </a:ext>
            </a:extLst>
          </p:cNvPr>
          <p:cNvSpPr>
            <a:spLocks noGrp="1"/>
          </p:cNvSpPr>
          <p:nvPr/>
        </p:nvSpPr>
        <p:spPr>
          <a:xfrm>
            <a:off x="742950" y="4248150"/>
            <a:ext cx="681037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葛俊辉：后端开发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96F0D1-A9DB-439C-9243-D4C9F47E65DA}"/>
              </a:ext>
            </a:extLst>
          </p:cNvPr>
          <p:cNvSpPr>
            <a:spLocks noGrp="1"/>
          </p:cNvSpPr>
          <p:nvPr/>
        </p:nvSpPr>
        <p:spPr>
          <a:xfrm>
            <a:off x="742950" y="4810125"/>
            <a:ext cx="681037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方子硕：UI 与测试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253173-33BD-4C1F-8EDD-510C2B8BA60A}"/>
              </a:ext>
            </a:extLst>
          </p:cNvPr>
          <p:cNvSpPr>
            <a:spLocks noGrp="1"/>
          </p:cNvSpPr>
          <p:nvPr/>
        </p:nvSpPr>
        <p:spPr>
          <a:xfrm>
            <a:off x="742950" y="5695950"/>
            <a:ext cx="8382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桌面 Demo · 展示 PPT · 项目说明</a:t>
            </a:r>
          </a:p>
        </p:txBody>
      </p:sp>
      <p:sp>
        <p:nvSpPr>
          <p:cNvPr id="9" name="fx-1-238">
            <a:extLst>
              <a:ext uri="{FF2B5EF4-FFF2-40B4-BE49-F238E27FC236}">
                <a16:creationId xmlns:a16="http://schemas.microsoft.com/office/drawing/2014/main" id="{D0236A8E-40A7-454F-88E8-61ABBDF9064A}"/>
              </a:ext>
            </a:extLst>
          </p:cNvPr>
          <p:cNvSpPr>
            <a:spLocks noGrp="1"/>
          </p:cNvSpPr>
          <p:nvPr/>
        </p:nvSpPr>
        <p:spPr>
          <a:xfrm>
            <a:off x="8829675" y="2667762"/>
            <a:ext cx="1800225" cy="302895"/>
          </a:xfrm>
          <a:prstGeom prst="roundRect">
            <a:avLst>
              <a:gd name="adj" fmla="val 9434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10" name="fx-1-239">
            <a:extLst>
              <a:ext uri="{FF2B5EF4-FFF2-40B4-BE49-F238E27FC236}">
                <a16:creationId xmlns:a16="http://schemas.microsoft.com/office/drawing/2014/main" id="{3A7C6F5B-B048-4BE7-BE9D-7C8C92C0193C}"/>
              </a:ext>
            </a:extLst>
          </p:cNvPr>
          <p:cNvSpPr>
            <a:spLocks noGrp="1"/>
          </p:cNvSpPr>
          <p:nvPr/>
        </p:nvSpPr>
        <p:spPr>
          <a:xfrm>
            <a:off x="8973693" y="2970657"/>
            <a:ext cx="1512189" cy="1029843"/>
          </a:xfrm>
          <a:custGeom>
            <a:avLst/>
            <a:gdLst/>
            <a:ahLst/>
            <a:cxnLst/>
            <a:rect l="0" t="0" r="0" b="0"/>
            <a:pathLst>
              <a:path w="1512189" h="1029843">
                <a:moveTo>
                  <a:pt x="0" y="0"/>
                </a:moveTo>
                <a:lnTo>
                  <a:pt x="0" y="1029843"/>
                </a:lnTo>
                <a:lnTo>
                  <a:pt x="1512189" y="1029843"/>
                </a:lnTo>
                <a:lnTo>
                  <a:pt x="1512189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1" name="fx-1-240">
            <a:extLst>
              <a:ext uri="{FF2B5EF4-FFF2-40B4-BE49-F238E27FC236}">
                <a16:creationId xmlns:a16="http://schemas.microsoft.com/office/drawing/2014/main" id="{B3F403EC-78DD-4B0D-A161-EF961B904117}"/>
              </a:ext>
            </a:extLst>
          </p:cNvPr>
          <p:cNvSpPr>
            <a:spLocks noGrp="1"/>
          </p:cNvSpPr>
          <p:nvPr/>
        </p:nvSpPr>
        <p:spPr>
          <a:xfrm>
            <a:off x="9513761" y="3364421"/>
            <a:ext cx="432054" cy="9525"/>
          </a:xfrm>
          <a:custGeom>
            <a:avLst/>
            <a:gdLst/>
            <a:ahLst/>
            <a:cxnLst/>
            <a:rect l="0" t="0" r="0" b="0"/>
            <a:pathLst>
              <a:path w="432054" h="9525">
                <a:moveTo>
                  <a:pt x="0" y="0"/>
                </a:moveTo>
                <a:lnTo>
                  <a:pt x="432054" y="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12" name="fx-2-241">
            <a:extLst>
              <a:ext uri="{FF2B5EF4-FFF2-40B4-BE49-F238E27FC236}">
                <a16:creationId xmlns:a16="http://schemas.microsoft.com/office/drawing/2014/main" id="{3D004854-1EE0-49F4-82CB-6C39F45C205B}"/>
              </a:ext>
            </a:extLst>
          </p:cNvPr>
          <p:cNvSpPr>
            <a:spLocks noGrp="1"/>
          </p:cNvSpPr>
          <p:nvPr/>
        </p:nvSpPr>
        <p:spPr>
          <a:xfrm>
            <a:off x="9725025" y="4391025"/>
            <a:ext cx="9525" cy="476250"/>
          </a:xfrm>
          <a:custGeom>
            <a:avLst/>
            <a:gdLst/>
            <a:ahLst/>
            <a:cxnLst/>
            <a:rect l="0" t="0" r="0" b="0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3" name="fx-2-242">
            <a:extLst>
              <a:ext uri="{FF2B5EF4-FFF2-40B4-BE49-F238E27FC236}">
                <a16:creationId xmlns:a16="http://schemas.microsoft.com/office/drawing/2014/main" id="{8196E8A3-0D1B-4FA9-81C3-70EEAF6E6366}"/>
              </a:ext>
            </a:extLst>
          </p:cNvPr>
          <p:cNvSpPr>
            <a:spLocks noGrp="1"/>
          </p:cNvSpPr>
          <p:nvPr/>
        </p:nvSpPr>
        <p:spPr>
          <a:xfrm>
            <a:off x="9685196" y="480231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4" name="fx-2-243">
            <a:extLst>
              <a:ext uri="{FF2B5EF4-FFF2-40B4-BE49-F238E27FC236}">
                <a16:creationId xmlns:a16="http://schemas.microsoft.com/office/drawing/2014/main" id="{F2587D91-B079-45E6-84F1-F6DCFA20087E}"/>
              </a:ext>
            </a:extLst>
          </p:cNvPr>
          <p:cNvSpPr>
            <a:spLocks noGrp="1"/>
          </p:cNvSpPr>
          <p:nvPr/>
        </p:nvSpPr>
        <p:spPr>
          <a:xfrm>
            <a:off x="9344025" y="5172075"/>
            <a:ext cx="540639" cy="540639"/>
          </a:xfrm>
          <a:prstGeom prst="ellipse">
            <a:avLst/>
          </a:prstGeom>
          <a:noFill/>
          <a:ln w="28575">
            <a:solidFill>
              <a:srgbClr val="ACD4B8"/>
            </a:solidFill>
          </a:ln>
        </p:spPr>
      </p:sp>
      <p:sp>
        <p:nvSpPr>
          <p:cNvPr id="15" name="fx-2-244">
            <a:extLst>
              <a:ext uri="{FF2B5EF4-FFF2-40B4-BE49-F238E27FC236}">
                <a16:creationId xmlns:a16="http://schemas.microsoft.com/office/drawing/2014/main" id="{39AC8544-B336-4D39-9551-BF4545018F95}"/>
              </a:ext>
            </a:extLst>
          </p:cNvPr>
          <p:cNvSpPr>
            <a:spLocks noGrp="1"/>
          </p:cNvSpPr>
          <p:nvPr/>
        </p:nvSpPr>
        <p:spPr>
          <a:xfrm>
            <a:off x="9810941" y="5638991"/>
            <a:ext cx="278511" cy="278511"/>
          </a:xfrm>
          <a:custGeom>
            <a:avLst/>
            <a:gdLst/>
            <a:ahLst/>
            <a:cxnLst/>
            <a:rect l="0" t="0" r="0" b="0"/>
            <a:pathLst>
              <a:path w="278511" h="278511">
                <a:moveTo>
                  <a:pt x="0" y="0"/>
                </a:moveTo>
                <a:lnTo>
                  <a:pt x="278511" y="278511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</p:spTree>
    <p:extLst>
      <p:ext uri="{BB962C8B-B14F-4D97-AF65-F5344CB8AC3E}">
        <p14:creationId xmlns:p14="http://schemas.microsoft.com/office/powerpoint/2010/main" val="4964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2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FA672F3A-4515-4898-8F49-89738FCCCF8C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APPENDIX A / ARCHITECTURE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88943A-B2C9-499B-A076-F9C09B73C981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界面与 Agent，共用业务服务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9AD691-743C-4EEE-B249-657C6E340255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4" name="fx-1-245">
            <a:extLst>
              <a:ext uri="{FF2B5EF4-FFF2-40B4-BE49-F238E27FC236}">
                <a16:creationId xmlns:a16="http://schemas.microsoft.com/office/drawing/2014/main" id="{880F7CD9-F007-4DB0-9784-826A2BC43BE0}"/>
              </a:ext>
            </a:extLst>
          </p:cNvPr>
          <p:cNvSpPr>
            <a:spLocks noGrp="1"/>
          </p:cNvSpPr>
          <p:nvPr/>
        </p:nvSpPr>
        <p:spPr>
          <a:xfrm>
            <a:off x="3057525" y="2076450"/>
            <a:ext cx="723900" cy="492252"/>
          </a:xfrm>
          <a:prstGeom prst="roundRect">
            <a:avLst>
              <a:gd name="adj" fmla="val 9675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5" name="fx-1-246">
            <a:extLst>
              <a:ext uri="{FF2B5EF4-FFF2-40B4-BE49-F238E27FC236}">
                <a16:creationId xmlns:a16="http://schemas.microsoft.com/office/drawing/2014/main" id="{5FF45676-BB6F-43D2-974D-EF27192172FB}"/>
              </a:ext>
            </a:extLst>
          </p:cNvPr>
          <p:cNvSpPr>
            <a:spLocks noGrp="1"/>
          </p:cNvSpPr>
          <p:nvPr/>
        </p:nvSpPr>
        <p:spPr>
          <a:xfrm>
            <a:off x="3419475" y="2568702"/>
            <a:ext cx="9525" cy="173736"/>
          </a:xfrm>
          <a:custGeom>
            <a:avLst/>
            <a:gdLst/>
            <a:ahLst/>
            <a:cxnLst/>
            <a:rect l="0" t="0" r="0" b="0"/>
            <a:pathLst>
              <a:path w="9525" h="173736">
                <a:moveTo>
                  <a:pt x="0" y="0"/>
                </a:moveTo>
                <a:lnTo>
                  <a:pt x="0" y="173736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6" name="fx-1-247">
            <a:extLst>
              <a:ext uri="{FF2B5EF4-FFF2-40B4-BE49-F238E27FC236}">
                <a16:creationId xmlns:a16="http://schemas.microsoft.com/office/drawing/2014/main" id="{F4F09B8F-C54D-4EC3-9252-9984C08B09D0}"/>
              </a:ext>
            </a:extLst>
          </p:cNvPr>
          <p:cNvSpPr>
            <a:spLocks noGrp="1"/>
          </p:cNvSpPr>
          <p:nvPr/>
        </p:nvSpPr>
        <p:spPr>
          <a:xfrm>
            <a:off x="3231261" y="2742438"/>
            <a:ext cx="376428" cy="9525"/>
          </a:xfrm>
          <a:custGeom>
            <a:avLst/>
            <a:gdLst/>
            <a:ahLst/>
            <a:cxnLst/>
            <a:rect l="0" t="0" r="0" b="0"/>
            <a:pathLst>
              <a:path w="376428" h="9525">
                <a:moveTo>
                  <a:pt x="0" y="0"/>
                </a:moveTo>
                <a:lnTo>
                  <a:pt x="376428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7" name="fx-1-248">
            <a:extLst>
              <a:ext uri="{FF2B5EF4-FFF2-40B4-BE49-F238E27FC236}">
                <a16:creationId xmlns:a16="http://schemas.microsoft.com/office/drawing/2014/main" id="{FA0CAA67-9FC2-41CF-95D6-5CF4A2AD02B2}"/>
              </a:ext>
            </a:extLst>
          </p:cNvPr>
          <p:cNvSpPr>
            <a:spLocks noGrp="1"/>
          </p:cNvSpPr>
          <p:nvPr/>
        </p:nvSpPr>
        <p:spPr>
          <a:xfrm>
            <a:off x="2352675" y="2914650"/>
            <a:ext cx="21240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React 界面</a:t>
            </a:r>
          </a:p>
        </p:txBody>
      </p:sp>
      <p:sp>
        <p:nvSpPr>
          <p:cNvPr id="8" name="fx-1-249">
            <a:extLst>
              <a:ext uri="{FF2B5EF4-FFF2-40B4-BE49-F238E27FC236}">
                <a16:creationId xmlns:a16="http://schemas.microsoft.com/office/drawing/2014/main" id="{C1B2EB8A-1312-4643-910A-E459B8C74B6C}"/>
              </a:ext>
            </a:extLst>
          </p:cNvPr>
          <p:cNvSpPr>
            <a:spLocks noGrp="1"/>
          </p:cNvSpPr>
          <p:nvPr/>
        </p:nvSpPr>
        <p:spPr>
          <a:xfrm>
            <a:off x="8410575" y="2076450"/>
            <a:ext cx="723900" cy="463296"/>
          </a:xfrm>
          <a:prstGeom prst="roundRect">
            <a:avLst>
              <a:gd name="adj" fmla="val 16447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9" name="fx-1-250">
            <a:extLst>
              <a:ext uri="{FF2B5EF4-FFF2-40B4-BE49-F238E27FC236}">
                <a16:creationId xmlns:a16="http://schemas.microsoft.com/office/drawing/2014/main" id="{D686AAA0-A68B-417A-A897-44F25B6D253C}"/>
              </a:ext>
            </a:extLst>
          </p:cNvPr>
          <p:cNvSpPr>
            <a:spLocks noGrp="1"/>
          </p:cNvSpPr>
          <p:nvPr/>
        </p:nvSpPr>
        <p:spPr>
          <a:xfrm>
            <a:off x="8569833" y="2539746"/>
            <a:ext cx="152019" cy="144780"/>
          </a:xfrm>
          <a:custGeom>
            <a:avLst/>
            <a:gdLst/>
            <a:ahLst/>
            <a:cxnLst/>
            <a:rect l="0" t="0" r="0" b="0"/>
            <a:pathLst>
              <a:path w="152019" h="144780">
                <a:moveTo>
                  <a:pt x="0" y="0"/>
                </a:moveTo>
                <a:lnTo>
                  <a:pt x="0" y="144780"/>
                </a:lnTo>
                <a:lnTo>
                  <a:pt x="152019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0" name="fx-1-251">
            <a:extLst>
              <a:ext uri="{FF2B5EF4-FFF2-40B4-BE49-F238E27FC236}">
                <a16:creationId xmlns:a16="http://schemas.microsoft.com/office/drawing/2014/main" id="{7E833E73-8753-4585-AC65-37E10C02BE8D}"/>
              </a:ext>
            </a:extLst>
          </p:cNvPr>
          <p:cNvSpPr>
            <a:spLocks noGrp="1"/>
          </p:cNvSpPr>
          <p:nvPr/>
        </p:nvSpPr>
        <p:spPr>
          <a:xfrm>
            <a:off x="8569833" y="2271903"/>
            <a:ext cx="39815" cy="39815"/>
          </a:xfrm>
          <a:prstGeom prst="ellipse">
            <a:avLst/>
          </a:prstGeom>
          <a:solidFill>
            <a:srgbClr val="ACD4B8"/>
          </a:solidFill>
          <a:ln w="0">
            <a:noFill/>
          </a:ln>
        </p:spPr>
      </p:sp>
      <p:sp>
        <p:nvSpPr>
          <p:cNvPr id="11" name="fx-1-252">
            <a:extLst>
              <a:ext uri="{FF2B5EF4-FFF2-40B4-BE49-F238E27FC236}">
                <a16:creationId xmlns:a16="http://schemas.microsoft.com/office/drawing/2014/main" id="{060928A7-9859-4944-8988-001F9FCD748B}"/>
              </a:ext>
            </a:extLst>
          </p:cNvPr>
          <p:cNvSpPr>
            <a:spLocks noGrp="1"/>
          </p:cNvSpPr>
          <p:nvPr/>
        </p:nvSpPr>
        <p:spPr>
          <a:xfrm>
            <a:off x="8729091" y="2271903"/>
            <a:ext cx="39815" cy="39815"/>
          </a:xfrm>
          <a:prstGeom prst="ellipse">
            <a:avLst/>
          </a:prstGeom>
          <a:solidFill>
            <a:srgbClr val="ACD4B8"/>
          </a:solidFill>
          <a:ln w="0">
            <a:noFill/>
          </a:ln>
        </p:spPr>
      </p:sp>
      <p:sp>
        <p:nvSpPr>
          <p:cNvPr id="12" name="fx-1-253">
            <a:extLst>
              <a:ext uri="{FF2B5EF4-FFF2-40B4-BE49-F238E27FC236}">
                <a16:creationId xmlns:a16="http://schemas.microsoft.com/office/drawing/2014/main" id="{A35986FC-CC19-4706-8458-EC1BE68BF7D1}"/>
              </a:ext>
            </a:extLst>
          </p:cNvPr>
          <p:cNvSpPr>
            <a:spLocks noGrp="1"/>
          </p:cNvSpPr>
          <p:nvPr/>
        </p:nvSpPr>
        <p:spPr>
          <a:xfrm>
            <a:off x="8888349" y="2271903"/>
            <a:ext cx="39815" cy="39815"/>
          </a:xfrm>
          <a:prstGeom prst="ellipse">
            <a:avLst/>
          </a:prstGeom>
          <a:solidFill>
            <a:srgbClr val="ACD4B8"/>
          </a:solidFill>
          <a:ln w="0">
            <a:noFill/>
          </a:ln>
        </p:spPr>
      </p:sp>
      <p:sp>
        <p:nvSpPr>
          <p:cNvPr id="13" name="fx-1-254">
            <a:extLst>
              <a:ext uri="{FF2B5EF4-FFF2-40B4-BE49-F238E27FC236}">
                <a16:creationId xmlns:a16="http://schemas.microsoft.com/office/drawing/2014/main" id="{90378D8A-BFF7-46B4-B42C-C8A014CCC806}"/>
              </a:ext>
            </a:extLst>
          </p:cNvPr>
          <p:cNvSpPr>
            <a:spLocks noGrp="1"/>
          </p:cNvSpPr>
          <p:nvPr/>
        </p:nvSpPr>
        <p:spPr>
          <a:xfrm>
            <a:off x="7686675" y="2914650"/>
            <a:ext cx="22002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Pi Agent</a:t>
            </a:r>
          </a:p>
        </p:txBody>
      </p:sp>
      <p:sp>
        <p:nvSpPr>
          <p:cNvPr id="14" name="fx-2-255">
            <a:extLst>
              <a:ext uri="{FF2B5EF4-FFF2-40B4-BE49-F238E27FC236}">
                <a16:creationId xmlns:a16="http://schemas.microsoft.com/office/drawing/2014/main" id="{4BE2B185-0187-47CB-9262-BFEA7DA494E4}"/>
              </a:ext>
            </a:extLst>
          </p:cNvPr>
          <p:cNvSpPr>
            <a:spLocks noGrp="1"/>
          </p:cNvSpPr>
          <p:nvPr/>
        </p:nvSpPr>
        <p:spPr>
          <a:xfrm>
            <a:off x="3419475" y="3400425"/>
            <a:ext cx="5353050" cy="304800"/>
          </a:xfrm>
          <a:custGeom>
            <a:avLst/>
            <a:gdLst/>
            <a:ahLst/>
            <a:cxnLst/>
            <a:rect l="0" t="0" r="0" b="0"/>
            <a:pathLst>
              <a:path w="5353050" h="304800">
                <a:moveTo>
                  <a:pt x="0" y="0"/>
                </a:moveTo>
                <a:lnTo>
                  <a:pt x="0" y="304800"/>
                </a:lnTo>
                <a:lnTo>
                  <a:pt x="5353050" y="304800"/>
                </a:lnTo>
                <a:lnTo>
                  <a:pt x="5353050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5" name="fx-2-256">
            <a:extLst>
              <a:ext uri="{FF2B5EF4-FFF2-40B4-BE49-F238E27FC236}">
                <a16:creationId xmlns:a16="http://schemas.microsoft.com/office/drawing/2014/main" id="{5EC97570-399C-4A60-8995-2BD6EFEFCB23}"/>
              </a:ext>
            </a:extLst>
          </p:cNvPr>
          <p:cNvSpPr>
            <a:spLocks noGrp="1"/>
          </p:cNvSpPr>
          <p:nvPr/>
        </p:nvSpPr>
        <p:spPr>
          <a:xfrm>
            <a:off x="6096000" y="3705225"/>
            <a:ext cx="9525" cy="285750"/>
          </a:xfrm>
          <a:custGeom>
            <a:avLst/>
            <a:gdLst/>
            <a:ahLst/>
            <a:cxnLst/>
            <a:rect l="0" t="0" r="0" b="0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6" name="fx-2-257">
            <a:extLst>
              <a:ext uri="{FF2B5EF4-FFF2-40B4-BE49-F238E27FC236}">
                <a16:creationId xmlns:a16="http://schemas.microsoft.com/office/drawing/2014/main" id="{2F335E8B-367D-4690-99E3-9AEBD7560635}"/>
              </a:ext>
            </a:extLst>
          </p:cNvPr>
          <p:cNvSpPr>
            <a:spLocks noGrp="1"/>
          </p:cNvSpPr>
          <p:nvPr/>
        </p:nvSpPr>
        <p:spPr>
          <a:xfrm>
            <a:off x="6056171" y="392601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17" name="fx-2-258">
            <a:extLst>
              <a:ext uri="{FF2B5EF4-FFF2-40B4-BE49-F238E27FC236}">
                <a16:creationId xmlns:a16="http://schemas.microsoft.com/office/drawing/2014/main" id="{A2A0C03D-759A-4E3E-B635-571104033236}"/>
              </a:ext>
            </a:extLst>
          </p:cNvPr>
          <p:cNvSpPr>
            <a:spLocks noGrp="1"/>
          </p:cNvSpPr>
          <p:nvPr/>
        </p:nvSpPr>
        <p:spPr>
          <a:xfrm>
            <a:off x="3752850" y="4029075"/>
            <a:ext cx="46863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Task FIFO · 防重与取消</a:t>
            </a:r>
          </a:p>
        </p:txBody>
      </p:sp>
      <p:sp>
        <p:nvSpPr>
          <p:cNvPr id="18" name="fx-3-259">
            <a:extLst>
              <a:ext uri="{FF2B5EF4-FFF2-40B4-BE49-F238E27FC236}">
                <a16:creationId xmlns:a16="http://schemas.microsoft.com/office/drawing/2014/main" id="{8698C4CE-1528-4D61-BACC-C412E957D3CA}"/>
              </a:ext>
            </a:extLst>
          </p:cNvPr>
          <p:cNvSpPr>
            <a:spLocks noGrp="1"/>
          </p:cNvSpPr>
          <p:nvPr/>
        </p:nvSpPr>
        <p:spPr>
          <a:xfrm>
            <a:off x="1857375" y="4524375"/>
            <a:ext cx="8486775" cy="171450"/>
          </a:xfrm>
          <a:custGeom>
            <a:avLst/>
            <a:gdLst/>
            <a:ahLst/>
            <a:cxnLst/>
            <a:rect l="0" t="0" r="0" b="0"/>
            <a:pathLst>
              <a:path w="8486775" h="171450">
                <a:moveTo>
                  <a:pt x="4238625" y="0"/>
                </a:moveTo>
                <a:lnTo>
                  <a:pt x="4238625" y="171450"/>
                </a:lnTo>
                <a:lnTo>
                  <a:pt x="0" y="171450"/>
                </a:lnTo>
                <a:lnTo>
                  <a:pt x="8486775" y="17145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19" name="fx-3-260">
            <a:extLst>
              <a:ext uri="{FF2B5EF4-FFF2-40B4-BE49-F238E27FC236}">
                <a16:creationId xmlns:a16="http://schemas.microsoft.com/office/drawing/2014/main" id="{25B23114-C196-4EF8-8662-978528C55761}"/>
              </a:ext>
            </a:extLst>
          </p:cNvPr>
          <p:cNvSpPr>
            <a:spLocks noGrp="1"/>
          </p:cNvSpPr>
          <p:nvPr/>
        </p:nvSpPr>
        <p:spPr>
          <a:xfrm>
            <a:off x="1857375" y="4695825"/>
            <a:ext cx="9525" cy="247650"/>
          </a:xfrm>
          <a:custGeom>
            <a:avLst/>
            <a:gdLst/>
            <a:ahLst/>
            <a:cxnLst/>
            <a:rect l="0" t="0" r="0" b="0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20" name="fx-3-261">
            <a:extLst>
              <a:ext uri="{FF2B5EF4-FFF2-40B4-BE49-F238E27FC236}">
                <a16:creationId xmlns:a16="http://schemas.microsoft.com/office/drawing/2014/main" id="{B720AD80-348F-4ABA-9AE5-5D58270BB57B}"/>
              </a:ext>
            </a:extLst>
          </p:cNvPr>
          <p:cNvSpPr>
            <a:spLocks noGrp="1"/>
          </p:cNvSpPr>
          <p:nvPr/>
        </p:nvSpPr>
        <p:spPr>
          <a:xfrm>
            <a:off x="1817546" y="487851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21" name="fx-3-262">
            <a:extLst>
              <a:ext uri="{FF2B5EF4-FFF2-40B4-BE49-F238E27FC236}">
                <a16:creationId xmlns:a16="http://schemas.microsoft.com/office/drawing/2014/main" id="{D7E34890-1143-4BC8-A895-02C7B999B4D4}"/>
              </a:ext>
            </a:extLst>
          </p:cNvPr>
          <p:cNvSpPr>
            <a:spLocks noGrp="1"/>
          </p:cNvSpPr>
          <p:nvPr/>
        </p:nvSpPr>
        <p:spPr>
          <a:xfrm>
            <a:off x="1857375" y="5241036"/>
            <a:ext cx="9525" cy="414528"/>
          </a:xfrm>
          <a:custGeom>
            <a:avLst/>
            <a:gdLst/>
            <a:ahLst/>
            <a:cxnLst/>
            <a:rect l="0" t="0" r="0" b="0"/>
            <a:pathLst>
              <a:path w="9525" h="414528">
                <a:moveTo>
                  <a:pt x="0" y="0"/>
                </a:moveTo>
                <a:lnTo>
                  <a:pt x="0" y="41452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2" name="fx-3-263">
            <a:extLst>
              <a:ext uri="{FF2B5EF4-FFF2-40B4-BE49-F238E27FC236}">
                <a16:creationId xmlns:a16="http://schemas.microsoft.com/office/drawing/2014/main" id="{C3AD5852-8FD9-4B9A-B9B8-25ED2BDFFD68}"/>
              </a:ext>
            </a:extLst>
          </p:cNvPr>
          <p:cNvSpPr>
            <a:spLocks noGrp="1"/>
          </p:cNvSpPr>
          <p:nvPr/>
        </p:nvSpPr>
        <p:spPr>
          <a:xfrm>
            <a:off x="1533525" y="5351145"/>
            <a:ext cx="246126" cy="9525"/>
          </a:xfrm>
          <a:custGeom>
            <a:avLst/>
            <a:gdLst/>
            <a:ahLst/>
            <a:cxnLst/>
            <a:rect l="0" t="0" r="0" b="0"/>
            <a:pathLst>
              <a:path w="246126" h="9525">
                <a:moveTo>
                  <a:pt x="0" y="0"/>
                </a:moveTo>
                <a:lnTo>
                  <a:pt x="246126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3" name="fx-3-264">
            <a:extLst>
              <a:ext uri="{FF2B5EF4-FFF2-40B4-BE49-F238E27FC236}">
                <a16:creationId xmlns:a16="http://schemas.microsoft.com/office/drawing/2014/main" id="{F0962156-CC7D-44BF-BBAE-65A60C66BE46}"/>
              </a:ext>
            </a:extLst>
          </p:cNvPr>
          <p:cNvSpPr>
            <a:spLocks noGrp="1"/>
          </p:cNvSpPr>
          <p:nvPr/>
        </p:nvSpPr>
        <p:spPr>
          <a:xfrm>
            <a:off x="1714689" y="5311316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0" y="79658"/>
                </a:moveTo>
                <a:lnTo>
                  <a:pt x="64962" y="39829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4" name="fx-3-265">
            <a:extLst>
              <a:ext uri="{FF2B5EF4-FFF2-40B4-BE49-F238E27FC236}">
                <a16:creationId xmlns:a16="http://schemas.microsoft.com/office/drawing/2014/main" id="{B2397232-838A-4A80-8BB0-91DBF3C3CDB3}"/>
              </a:ext>
            </a:extLst>
          </p:cNvPr>
          <p:cNvSpPr>
            <a:spLocks noGrp="1"/>
          </p:cNvSpPr>
          <p:nvPr/>
        </p:nvSpPr>
        <p:spPr>
          <a:xfrm>
            <a:off x="1935099" y="5545455"/>
            <a:ext cx="246126" cy="9525"/>
          </a:xfrm>
          <a:custGeom>
            <a:avLst/>
            <a:gdLst/>
            <a:ahLst/>
            <a:cxnLst/>
            <a:rect l="0" t="0" r="0" b="0"/>
            <a:pathLst>
              <a:path w="246126" h="9525">
                <a:moveTo>
                  <a:pt x="246126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5" name="fx-3-266">
            <a:extLst>
              <a:ext uri="{FF2B5EF4-FFF2-40B4-BE49-F238E27FC236}">
                <a16:creationId xmlns:a16="http://schemas.microsoft.com/office/drawing/2014/main" id="{1F2D67EE-42FB-43EB-9C99-B71CF26F1895}"/>
              </a:ext>
            </a:extLst>
          </p:cNvPr>
          <p:cNvSpPr>
            <a:spLocks noGrp="1"/>
          </p:cNvSpPr>
          <p:nvPr/>
        </p:nvSpPr>
        <p:spPr>
          <a:xfrm>
            <a:off x="1935099" y="5505626"/>
            <a:ext cx="64962" cy="79658"/>
          </a:xfrm>
          <a:custGeom>
            <a:avLst/>
            <a:gdLst/>
            <a:ahLst/>
            <a:cxnLst/>
            <a:rect l="0" t="0" r="0" b="0"/>
            <a:pathLst>
              <a:path w="64962" h="79658">
                <a:moveTo>
                  <a:pt x="64962" y="0"/>
                </a:moveTo>
                <a:lnTo>
                  <a:pt x="0" y="39829"/>
                </a:lnTo>
                <a:lnTo>
                  <a:pt x="64962" y="79658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26" name="fx-3-267">
            <a:extLst>
              <a:ext uri="{FF2B5EF4-FFF2-40B4-BE49-F238E27FC236}">
                <a16:creationId xmlns:a16="http://schemas.microsoft.com/office/drawing/2014/main" id="{375E674A-8AA0-4BC9-8A2F-55C4BEC72C75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压缩校验</a:t>
            </a:r>
          </a:p>
        </p:txBody>
      </p:sp>
      <p:sp>
        <p:nvSpPr>
          <p:cNvPr id="27" name="fx-3-268">
            <a:extLst>
              <a:ext uri="{FF2B5EF4-FFF2-40B4-BE49-F238E27FC236}">
                <a16:creationId xmlns:a16="http://schemas.microsoft.com/office/drawing/2014/main" id="{1F42D4AD-84D8-4BD3-9653-97A95F16D117}"/>
              </a:ext>
            </a:extLst>
          </p:cNvPr>
          <p:cNvSpPr>
            <a:spLocks noGrp="1"/>
          </p:cNvSpPr>
          <p:nvPr/>
        </p:nvSpPr>
        <p:spPr>
          <a:xfrm>
            <a:off x="4686300" y="4695825"/>
            <a:ext cx="9525" cy="247650"/>
          </a:xfrm>
          <a:custGeom>
            <a:avLst/>
            <a:gdLst/>
            <a:ahLst/>
            <a:cxnLst/>
            <a:rect l="0" t="0" r="0" b="0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28" name="fx-3-269">
            <a:extLst>
              <a:ext uri="{FF2B5EF4-FFF2-40B4-BE49-F238E27FC236}">
                <a16:creationId xmlns:a16="http://schemas.microsoft.com/office/drawing/2014/main" id="{726FCF43-2109-4A9E-A975-C0B5E60EA24F}"/>
              </a:ext>
            </a:extLst>
          </p:cNvPr>
          <p:cNvSpPr>
            <a:spLocks noGrp="1"/>
          </p:cNvSpPr>
          <p:nvPr/>
        </p:nvSpPr>
        <p:spPr>
          <a:xfrm>
            <a:off x="4646471" y="487851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29" name="fx-3-270">
            <a:extLst>
              <a:ext uri="{FF2B5EF4-FFF2-40B4-BE49-F238E27FC236}">
                <a16:creationId xmlns:a16="http://schemas.microsoft.com/office/drawing/2014/main" id="{07E23FAB-FF7C-4E46-AB73-991015B0E5A3}"/>
              </a:ext>
            </a:extLst>
          </p:cNvPr>
          <p:cNvSpPr>
            <a:spLocks noGrp="1"/>
          </p:cNvSpPr>
          <p:nvPr/>
        </p:nvSpPr>
        <p:spPr>
          <a:xfrm>
            <a:off x="4362450" y="5189738"/>
            <a:ext cx="647700" cy="108814"/>
          </a:xfrm>
          <a:prstGeom prst="roundRect">
            <a:avLst>
              <a:gd name="adj" fmla="val 26261"/>
            </a:avLst>
          </a:prstGeom>
          <a:noFill/>
          <a:ln w="19050">
            <a:solidFill>
              <a:srgbClr val="ACD4B8"/>
            </a:solidFill>
          </a:ln>
        </p:spPr>
      </p:sp>
      <p:sp>
        <p:nvSpPr>
          <p:cNvPr id="30" name="fx-3-271">
            <a:extLst>
              <a:ext uri="{FF2B5EF4-FFF2-40B4-BE49-F238E27FC236}">
                <a16:creationId xmlns:a16="http://schemas.microsoft.com/office/drawing/2014/main" id="{F2A529E1-1965-4282-A8A0-D466B99ACEE9}"/>
              </a:ext>
            </a:extLst>
          </p:cNvPr>
          <p:cNvSpPr>
            <a:spLocks noGrp="1"/>
          </p:cNvSpPr>
          <p:nvPr/>
        </p:nvSpPr>
        <p:spPr>
          <a:xfrm>
            <a:off x="4414266" y="5298552"/>
            <a:ext cx="544068" cy="369966"/>
          </a:xfrm>
          <a:custGeom>
            <a:avLst/>
            <a:gdLst/>
            <a:ahLst/>
            <a:cxnLst/>
            <a:rect l="0" t="0" r="0" b="0"/>
            <a:pathLst>
              <a:path w="544068" h="369966">
                <a:moveTo>
                  <a:pt x="0" y="0"/>
                </a:moveTo>
                <a:lnTo>
                  <a:pt x="0" y="369966"/>
                </a:lnTo>
                <a:lnTo>
                  <a:pt x="544068" y="369966"/>
                </a:lnTo>
                <a:lnTo>
                  <a:pt x="544068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31" name="fx-3-272">
            <a:extLst>
              <a:ext uri="{FF2B5EF4-FFF2-40B4-BE49-F238E27FC236}">
                <a16:creationId xmlns:a16="http://schemas.microsoft.com/office/drawing/2014/main" id="{F0D70540-A949-4120-A07C-E717C37DD4F0}"/>
              </a:ext>
            </a:extLst>
          </p:cNvPr>
          <p:cNvSpPr>
            <a:spLocks noGrp="1"/>
          </p:cNvSpPr>
          <p:nvPr/>
        </p:nvSpPr>
        <p:spPr>
          <a:xfrm>
            <a:off x="4608576" y="5440009"/>
            <a:ext cx="155448" cy="9525"/>
          </a:xfrm>
          <a:custGeom>
            <a:avLst/>
            <a:gdLst/>
            <a:ahLst/>
            <a:cxnLst/>
            <a:rect l="0" t="0" r="0" b="0"/>
            <a:pathLst>
              <a:path w="155448" h="9525">
                <a:moveTo>
                  <a:pt x="0" y="0"/>
                </a:moveTo>
                <a:lnTo>
                  <a:pt x="155448" y="0"/>
                </a:lnTo>
              </a:path>
            </a:pathLst>
          </a:custGeom>
          <a:noFill/>
          <a:ln w="28575">
            <a:solidFill>
              <a:srgbClr val="ACD4B8"/>
            </a:solidFill>
          </a:ln>
        </p:spPr>
      </p:sp>
      <p:sp>
        <p:nvSpPr>
          <p:cNvPr id="32" name="fx-3-273">
            <a:extLst>
              <a:ext uri="{FF2B5EF4-FFF2-40B4-BE49-F238E27FC236}">
                <a16:creationId xmlns:a16="http://schemas.microsoft.com/office/drawing/2014/main" id="{3ACB7A56-3261-44FD-8023-DDD8C6C5323B}"/>
              </a:ext>
            </a:extLst>
          </p:cNvPr>
          <p:cNvSpPr>
            <a:spLocks noGrp="1"/>
          </p:cNvSpPr>
          <p:nvPr/>
        </p:nvSpPr>
        <p:spPr>
          <a:xfrm>
            <a:off x="3590925" y="59055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备份归档</a:t>
            </a:r>
          </a:p>
        </p:txBody>
      </p:sp>
      <p:sp>
        <p:nvSpPr>
          <p:cNvPr id="33" name="fx-3-274">
            <a:extLst>
              <a:ext uri="{FF2B5EF4-FFF2-40B4-BE49-F238E27FC236}">
                <a16:creationId xmlns:a16="http://schemas.microsoft.com/office/drawing/2014/main" id="{3C9FA1A6-D23C-431F-AE53-7E5204C39F3D}"/>
              </a:ext>
            </a:extLst>
          </p:cNvPr>
          <p:cNvSpPr>
            <a:spLocks noGrp="1"/>
          </p:cNvSpPr>
          <p:nvPr/>
        </p:nvSpPr>
        <p:spPr>
          <a:xfrm>
            <a:off x="7515225" y="4695825"/>
            <a:ext cx="9525" cy="247650"/>
          </a:xfrm>
          <a:custGeom>
            <a:avLst/>
            <a:gdLst/>
            <a:ahLst/>
            <a:cxnLst/>
            <a:rect l="0" t="0" r="0" b="0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34" name="fx-3-275">
            <a:extLst>
              <a:ext uri="{FF2B5EF4-FFF2-40B4-BE49-F238E27FC236}">
                <a16:creationId xmlns:a16="http://schemas.microsoft.com/office/drawing/2014/main" id="{87AFDD75-E36F-4DAA-85EC-C53E1396A42A}"/>
              </a:ext>
            </a:extLst>
          </p:cNvPr>
          <p:cNvSpPr>
            <a:spLocks noGrp="1"/>
          </p:cNvSpPr>
          <p:nvPr/>
        </p:nvSpPr>
        <p:spPr>
          <a:xfrm>
            <a:off x="7475396" y="487851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35" name="fx-3-276">
            <a:extLst>
              <a:ext uri="{FF2B5EF4-FFF2-40B4-BE49-F238E27FC236}">
                <a16:creationId xmlns:a16="http://schemas.microsoft.com/office/drawing/2014/main" id="{4B02DCC3-6061-4761-B734-8B65D4C82BEB}"/>
              </a:ext>
            </a:extLst>
          </p:cNvPr>
          <p:cNvSpPr>
            <a:spLocks noGrp="1"/>
          </p:cNvSpPr>
          <p:nvPr/>
        </p:nvSpPr>
        <p:spPr>
          <a:xfrm>
            <a:off x="7191375" y="5124450"/>
            <a:ext cx="492252" cy="647700"/>
          </a:xfrm>
          <a:custGeom>
            <a:avLst/>
            <a:gdLst/>
            <a:ahLst/>
            <a:cxnLst/>
            <a:rect l="0" t="0" r="0" b="0"/>
            <a:pathLst>
              <a:path w="492252" h="647700">
                <a:moveTo>
                  <a:pt x="0" y="0"/>
                </a:moveTo>
                <a:lnTo>
                  <a:pt x="349758" y="0"/>
                </a:lnTo>
                <a:lnTo>
                  <a:pt x="492252" y="142494"/>
                </a:lnTo>
                <a:lnTo>
                  <a:pt x="492252" y="647700"/>
                </a:lnTo>
                <a:lnTo>
                  <a:pt x="0" y="647700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36" name="fx-3-277">
            <a:extLst>
              <a:ext uri="{FF2B5EF4-FFF2-40B4-BE49-F238E27FC236}">
                <a16:creationId xmlns:a16="http://schemas.microsoft.com/office/drawing/2014/main" id="{9A8F63C1-B8AF-48F4-A888-84934C9AFCAB}"/>
              </a:ext>
            </a:extLst>
          </p:cNvPr>
          <p:cNvSpPr>
            <a:spLocks noGrp="1"/>
          </p:cNvSpPr>
          <p:nvPr/>
        </p:nvSpPr>
        <p:spPr>
          <a:xfrm>
            <a:off x="7541133" y="5124450"/>
            <a:ext cx="142494" cy="142494"/>
          </a:xfrm>
          <a:custGeom>
            <a:avLst/>
            <a:gdLst/>
            <a:ahLst/>
            <a:cxnLst/>
            <a:rect l="0" t="0" r="0" b="0"/>
            <a:pathLst>
              <a:path w="142494" h="142494">
                <a:moveTo>
                  <a:pt x="0" y="0"/>
                </a:moveTo>
                <a:lnTo>
                  <a:pt x="0" y="142494"/>
                </a:lnTo>
                <a:lnTo>
                  <a:pt x="142494" y="142494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37" name="fx-3-278">
            <a:extLst>
              <a:ext uri="{FF2B5EF4-FFF2-40B4-BE49-F238E27FC236}">
                <a16:creationId xmlns:a16="http://schemas.microsoft.com/office/drawing/2014/main" id="{EC2BCEE3-F285-4426-A75D-F46BD84A2FE9}"/>
              </a:ext>
            </a:extLst>
          </p:cNvPr>
          <p:cNvSpPr>
            <a:spLocks noGrp="1"/>
          </p:cNvSpPr>
          <p:nvPr/>
        </p:nvSpPr>
        <p:spPr>
          <a:xfrm>
            <a:off x="7289825" y="5402961"/>
            <a:ext cx="285506" cy="9525"/>
          </a:xfrm>
          <a:custGeom>
            <a:avLst/>
            <a:gdLst/>
            <a:ahLst/>
            <a:cxnLst/>
            <a:rect l="0" t="0" r="0" b="0"/>
            <a:pathLst>
              <a:path w="285506" h="9525">
                <a:moveTo>
                  <a:pt x="0" y="0"/>
                </a:moveTo>
                <a:lnTo>
                  <a:pt x="285506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38" name="fx-3-279">
            <a:extLst>
              <a:ext uri="{FF2B5EF4-FFF2-40B4-BE49-F238E27FC236}">
                <a16:creationId xmlns:a16="http://schemas.microsoft.com/office/drawing/2014/main" id="{AEEB2B83-8CFB-498E-B19B-2E182CFA92F7}"/>
              </a:ext>
            </a:extLst>
          </p:cNvPr>
          <p:cNvSpPr>
            <a:spLocks noGrp="1"/>
          </p:cNvSpPr>
          <p:nvPr/>
        </p:nvSpPr>
        <p:spPr>
          <a:xfrm>
            <a:off x="7289825" y="5493639"/>
            <a:ext cx="285506" cy="9525"/>
          </a:xfrm>
          <a:custGeom>
            <a:avLst/>
            <a:gdLst/>
            <a:ahLst/>
            <a:cxnLst/>
            <a:rect l="0" t="0" r="0" b="0"/>
            <a:pathLst>
              <a:path w="285506" h="9525">
                <a:moveTo>
                  <a:pt x="0" y="0"/>
                </a:moveTo>
                <a:lnTo>
                  <a:pt x="285506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39" name="fx-3-280">
            <a:extLst>
              <a:ext uri="{FF2B5EF4-FFF2-40B4-BE49-F238E27FC236}">
                <a16:creationId xmlns:a16="http://schemas.microsoft.com/office/drawing/2014/main" id="{3B222FFA-3C63-4A8B-A4E0-73ED0FE098BF}"/>
              </a:ext>
            </a:extLst>
          </p:cNvPr>
          <p:cNvSpPr>
            <a:spLocks noGrp="1"/>
          </p:cNvSpPr>
          <p:nvPr/>
        </p:nvSpPr>
        <p:spPr>
          <a:xfrm>
            <a:off x="7289825" y="5584317"/>
            <a:ext cx="285506" cy="9525"/>
          </a:xfrm>
          <a:custGeom>
            <a:avLst/>
            <a:gdLst/>
            <a:ahLst/>
            <a:cxnLst/>
            <a:rect l="0" t="0" r="0" b="0"/>
            <a:pathLst>
              <a:path w="285506" h="9525">
                <a:moveTo>
                  <a:pt x="0" y="0"/>
                </a:moveTo>
                <a:lnTo>
                  <a:pt x="285506" y="0"/>
                </a:lnTo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40" name="fx-3-281">
            <a:extLst>
              <a:ext uri="{FF2B5EF4-FFF2-40B4-BE49-F238E27FC236}">
                <a16:creationId xmlns:a16="http://schemas.microsoft.com/office/drawing/2014/main" id="{981E8DAC-9553-4EA6-AD47-07B64A903039}"/>
              </a:ext>
            </a:extLst>
          </p:cNvPr>
          <p:cNvSpPr>
            <a:spLocks noGrp="1"/>
          </p:cNvSpPr>
          <p:nvPr/>
        </p:nvSpPr>
        <p:spPr>
          <a:xfrm>
            <a:off x="6419850" y="59055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APFS 去重</a:t>
            </a:r>
          </a:p>
        </p:txBody>
      </p:sp>
      <p:sp>
        <p:nvSpPr>
          <p:cNvPr id="41" name="fx-3-282">
            <a:extLst>
              <a:ext uri="{FF2B5EF4-FFF2-40B4-BE49-F238E27FC236}">
                <a16:creationId xmlns:a16="http://schemas.microsoft.com/office/drawing/2014/main" id="{8EF08C05-E8DA-4FA4-B275-31A704B91456}"/>
              </a:ext>
            </a:extLst>
          </p:cNvPr>
          <p:cNvSpPr>
            <a:spLocks noGrp="1"/>
          </p:cNvSpPr>
          <p:nvPr/>
        </p:nvSpPr>
        <p:spPr>
          <a:xfrm>
            <a:off x="10344150" y="4695825"/>
            <a:ext cx="9525" cy="247650"/>
          </a:xfrm>
          <a:custGeom>
            <a:avLst/>
            <a:gdLst/>
            <a:ahLst/>
            <a:cxnLst/>
            <a:rect l="0" t="0" r="0" b="0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42" name="fx-3-283">
            <a:extLst>
              <a:ext uri="{FF2B5EF4-FFF2-40B4-BE49-F238E27FC236}">
                <a16:creationId xmlns:a16="http://schemas.microsoft.com/office/drawing/2014/main" id="{3A9ECCC1-9B7B-4B46-BFE1-CAD78107557F}"/>
              </a:ext>
            </a:extLst>
          </p:cNvPr>
          <p:cNvSpPr>
            <a:spLocks noGrp="1"/>
          </p:cNvSpPr>
          <p:nvPr/>
        </p:nvSpPr>
        <p:spPr>
          <a:xfrm>
            <a:off x="10304321" y="4878513"/>
            <a:ext cx="79658" cy="64962"/>
          </a:xfrm>
          <a:custGeom>
            <a:avLst/>
            <a:gdLst/>
            <a:ahLst/>
            <a:cxnLst/>
            <a:rect l="0" t="0" r="0" b="0"/>
            <a:pathLst>
              <a:path w="79658" h="64962">
                <a:moveTo>
                  <a:pt x="0" y="0"/>
                </a:moveTo>
                <a:lnTo>
                  <a:pt x="39829" y="64962"/>
                </a:lnTo>
                <a:lnTo>
                  <a:pt x="79658" y="0"/>
                </a:lnTo>
              </a:path>
            </a:pathLst>
          </a:custGeom>
          <a:noFill/>
          <a:ln w="19050">
            <a:solidFill>
              <a:srgbClr val="A8BBB0"/>
            </a:solidFill>
          </a:ln>
        </p:spPr>
      </p:sp>
      <p:sp>
        <p:nvSpPr>
          <p:cNvPr id="43" name="fx-3-284">
            <a:extLst>
              <a:ext uri="{FF2B5EF4-FFF2-40B4-BE49-F238E27FC236}">
                <a16:creationId xmlns:a16="http://schemas.microsoft.com/office/drawing/2014/main" id="{E454451A-A5D9-4D77-8C49-82692940C57E}"/>
              </a:ext>
            </a:extLst>
          </p:cNvPr>
          <p:cNvSpPr>
            <a:spLocks noGrp="1"/>
          </p:cNvSpPr>
          <p:nvPr/>
        </p:nvSpPr>
        <p:spPr>
          <a:xfrm>
            <a:off x="10020300" y="5189544"/>
            <a:ext cx="647700" cy="368865"/>
          </a:xfrm>
          <a:custGeom>
            <a:avLst/>
            <a:gdLst/>
            <a:ahLst/>
            <a:cxnLst/>
            <a:rect l="0" t="0" r="0" b="0"/>
            <a:pathLst>
              <a:path w="647700" h="368865">
                <a:moveTo>
                  <a:pt x="0" y="0"/>
                </a:moveTo>
                <a:lnTo>
                  <a:pt x="239649" y="0"/>
                </a:lnTo>
                <a:lnTo>
                  <a:pt x="310896" y="65094"/>
                </a:lnTo>
                <a:lnTo>
                  <a:pt x="647700" y="65094"/>
                </a:lnTo>
                <a:lnTo>
                  <a:pt x="647700" y="368865"/>
                </a:lnTo>
                <a:lnTo>
                  <a:pt x="0" y="368865"/>
                </a:lnTo>
                <a:close/>
              </a:path>
            </a:pathLst>
          </a:custGeom>
          <a:noFill/>
          <a:ln w="19050">
            <a:solidFill>
              <a:srgbClr val="ACD4B8"/>
            </a:solidFill>
          </a:ln>
        </p:spPr>
      </p:sp>
      <p:sp>
        <p:nvSpPr>
          <p:cNvPr id="44" name="fx-3-285">
            <a:extLst>
              <a:ext uri="{FF2B5EF4-FFF2-40B4-BE49-F238E27FC236}">
                <a16:creationId xmlns:a16="http://schemas.microsoft.com/office/drawing/2014/main" id="{0BE3FB1E-6C82-4875-806F-036D0F3B287D}"/>
              </a:ext>
            </a:extLst>
          </p:cNvPr>
          <p:cNvSpPr>
            <a:spLocks noGrp="1"/>
          </p:cNvSpPr>
          <p:nvPr/>
        </p:nvSpPr>
        <p:spPr>
          <a:xfrm>
            <a:off x="9248775" y="59055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文件操作</a:t>
            </a:r>
          </a:p>
        </p:txBody>
      </p:sp>
    </p:spTree>
    <p:extLst>
      <p:ext uri="{BB962C8B-B14F-4D97-AF65-F5344CB8AC3E}">
        <p14:creationId xmlns:p14="http://schemas.microsoft.com/office/powerpoint/2010/main" val="179429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2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2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3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3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7" grpId="0"/>
      <p:bldP spid="26" grpId="0"/>
      <p:bldP spid="32" grpId="0"/>
      <p:bldP spid="40" grpId="0"/>
      <p:bldP spid="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77707B7-B53F-45DD-A502-08F5B8F0D6D8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APPENDIX B / ENGINEERING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85D9C-F074-4B8A-B56B-922FE4D54219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已有工程验证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1FDED6-73A7-413E-8FAE-5DB068E54603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42B66A-304E-4D9F-9CF3-A102E1C1D737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2026-10-17 Windows 回归记录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E68A07-EEFF-4995-A960-1A62642F002A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3190875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6150" b="1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34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80A0FE-1495-4083-BC87-7A684146C9B2}"/>
              </a:ext>
            </a:extLst>
          </p:cNvPr>
          <p:cNvSpPr>
            <a:spLocks noGrp="1"/>
          </p:cNvSpPr>
          <p:nvPr/>
        </p:nvSpPr>
        <p:spPr>
          <a:xfrm>
            <a:off x="723900" y="3800475"/>
            <a:ext cx="319087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项单元测试通过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364040-74AD-4117-B6CE-899DDF6A8BF9}"/>
              </a:ext>
            </a:extLst>
          </p:cNvPr>
          <p:cNvSpPr>
            <a:spLocks noGrp="1"/>
          </p:cNvSpPr>
          <p:nvPr/>
        </p:nvSpPr>
        <p:spPr>
          <a:xfrm>
            <a:off x="4581525" y="2667000"/>
            <a:ext cx="3190875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6150" b="1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E0D549-2C9A-4098-AEA3-A31057C99786}"/>
              </a:ext>
            </a:extLst>
          </p:cNvPr>
          <p:cNvSpPr>
            <a:spLocks noGrp="1"/>
          </p:cNvSpPr>
          <p:nvPr/>
        </p:nvSpPr>
        <p:spPr>
          <a:xfrm>
            <a:off x="4581525" y="3800475"/>
            <a:ext cx="319087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项综合检查通过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82D431-B40F-4C57-8ADB-D25083B52178}"/>
              </a:ext>
            </a:extLst>
          </p:cNvPr>
          <p:cNvSpPr>
            <a:spLocks noGrp="1"/>
          </p:cNvSpPr>
          <p:nvPr/>
        </p:nvSpPr>
        <p:spPr>
          <a:xfrm>
            <a:off x="8439150" y="2667000"/>
            <a:ext cx="3190875" cy="1019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6150" b="1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21E9D4-A604-427C-8B38-337533EEF220}"/>
              </a:ext>
            </a:extLst>
          </p:cNvPr>
          <p:cNvSpPr>
            <a:spLocks noGrp="1"/>
          </p:cNvSpPr>
          <p:nvPr/>
        </p:nvSpPr>
        <p:spPr>
          <a:xfrm>
            <a:off x="8439150" y="3800475"/>
            <a:ext cx="319087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项限制单独记录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4744FF-DD60-45BB-95B2-2B9D12139C6B}"/>
              </a:ext>
            </a:extLst>
          </p:cNvPr>
          <p:cNvSpPr>
            <a:spLocks noGrp="1"/>
          </p:cNvSpPr>
          <p:nvPr/>
        </p:nvSpPr>
        <p:spPr>
          <a:xfrm>
            <a:off x="723900" y="5114925"/>
            <a:ext cx="107632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Mac 原生能力、真实模型行为与复杂素材需对应环境验收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B4B39F-CA47-426F-BB43-A48B182DD2D8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已有报告的测试计数，不是本次新增功能或性能评测</a:t>
            </a:r>
          </a:p>
        </p:txBody>
      </p:sp>
    </p:spTree>
    <p:extLst>
      <p:ext uri="{BB962C8B-B14F-4D97-AF65-F5344CB8AC3E}">
        <p14:creationId xmlns:p14="http://schemas.microsoft.com/office/powerpoint/2010/main" val="105465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B19CE60-D849-45B0-985F-62ED5DF60AE1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APPENDIX C / STATUS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53DD11-91F8-40B9-87F2-7CFBFBBBD7FB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功能状态与验证范围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1F01A9-3FF2-4489-AAEB-1C25A0676074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D5A60F8-7662-4378-8462-F5EE1EC56F9D}"/>
              </a:ext>
            </a:extLst>
          </p:cNvPr>
          <p:cNvGraphicFramePr/>
          <p:nvPr/>
        </p:nvGraphicFramePr>
        <p:xfrm>
          <a:off x="685800" y="2247900"/>
          <a:ext cx="10820400" cy="3590923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98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实现与接入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验证或规划边界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 备份 归档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已有业务与界面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素材与平台分别验收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Finder 标签与组合检索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已有实现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 原生同步需实机核对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标签建议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独立函数已有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采集与界面推荐待联动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APFS Analyze Purge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已有工具或业务入口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页面接入与能力分别核对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 Skill 与专用编排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设计方向与草案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当前应用未加载 SKILL.md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Backup 定期清理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规划中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期限与执行规则尚未确定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91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7C093E-2A5F-4057-A3A5-67AFDE461FE6}"/>
              </a:ext>
            </a:extLst>
          </p:cNvPr>
          <p:cNvSpPr>
            <a:spLocks noGrp="1"/>
          </p:cNvSpPr>
          <p:nvPr/>
        </p:nvSpPr>
        <p:spPr>
          <a:xfrm>
            <a:off x="704850" y="466725"/>
            <a:ext cx="10782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142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APPENDIX D / ATTRIBUTION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551DEE-25F0-4073-8F87-5DCAD870974C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自主设计与开源基础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7F5C59-CADC-4745-8FDD-E4E6F8055D72}"/>
              </a:ext>
            </a:extLst>
          </p:cNvPr>
          <p:cNvSpPr>
            <a:spLocks noGrp="1"/>
          </p:cNvSpPr>
          <p:nvPr/>
        </p:nvSpPr>
        <p:spPr>
          <a:xfrm>
            <a:off x="10953750" y="6400800"/>
            <a:ext cx="5524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E5383B-93A2-4E58-AD3A-879FE86DDADE}"/>
              </a:ext>
            </a:extLst>
          </p:cNvPr>
          <p:cNvSpPr>
            <a:spLocks noGrp="1"/>
          </p:cNvSpPr>
          <p:nvPr/>
        </p:nvSpPr>
        <p:spPr>
          <a:xfrm>
            <a:off x="723900" y="2009775"/>
            <a:ext cx="107632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流程、业务接线、特化、校验与交互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7636522-EA34-40DF-9874-2E13CD2CDB22}"/>
              </a:ext>
            </a:extLst>
          </p:cNvPr>
          <p:cNvGraphicFramePr/>
          <p:nvPr/>
        </p:nvGraphicFramePr>
        <p:xfrm>
          <a:off x="685800" y="2914650"/>
          <a:ext cx="10820400" cy="2686050"/>
        </p:xfrm>
        <a:graphic>
          <a:graphicData uri="http://schemas.openxmlformats.org/drawingml/2006/table">
            <a:tbl>
              <a:tblPr/>
              <a:tblGrid>
                <a:gridCol w="29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使用范围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第三方或系统基础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桌面与交互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Electron / React / assistant-ui / Lucide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框架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 SDK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压缩与质量评估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FFmpeg / ab-av1 / Sharp / pngquant / qpdf / GS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检测与分析</a:t>
                      </a:r>
                    </a:p>
                  </a:txBody>
                  <a:tcPr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Czkawka / Mole / macOS APFS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 cap="flat" cmpd="sng" algn="ctr">
                      <a:solidFill>
                        <a:srgbClr val="263B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5227269-292D-458F-B2A8-9773B1F244CC}"/>
              </a:ext>
            </a:extLst>
          </p:cNvPr>
          <p:cNvSpPr>
            <a:spLocks noGrp="1"/>
          </p:cNvSpPr>
          <p:nvPr/>
        </p:nvSpPr>
        <p:spPr>
          <a:xfrm>
            <a:off x="714375" y="6038850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完整版本与来源保留在技术材料及工具 manifest</a:t>
            </a:r>
          </a:p>
        </p:txBody>
      </p:sp>
    </p:spTree>
    <p:extLst>
      <p:ext uri="{BB962C8B-B14F-4D97-AF65-F5344CB8AC3E}">
        <p14:creationId xmlns:p14="http://schemas.microsoft.com/office/powerpoint/2010/main" val="727623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2471</Words>
  <Application>Microsoft Macintosh PowerPoint</Application>
  <DocSecurity>0</DocSecurity>
  <PresentationFormat>宽屏</PresentationFormat>
  <Paragraphs>385</Paragraphs>
  <Slides>19</Slides>
  <Notes>19</Notes>
  <HiddenSlides>4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Microsoft YaHei</vt:lpstr>
      <vt:lpstr>Aptos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Hu1hui</cp:lastModifiedBy>
  <cp:revision>2</cp:revision>
  <dcterms:created xsi:type="dcterms:W3CDTF">2026-10-17T17:41:07Z</dcterms:created>
  <dcterms:modified xsi:type="dcterms:W3CDTF">2026-10-18T08:18:58Z</dcterms:modified>
</cp:coreProperties>
</file>