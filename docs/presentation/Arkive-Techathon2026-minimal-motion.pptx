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9529e90e4b4860" /><Relationship Type="http://schemas.openxmlformats.org/officeDocument/2006/relationships/extended-properties" Target="/docProps/app.xml" Id="R537f1a87ffec4823" /><Relationship Type="http://schemas.openxmlformats.org/officeDocument/2006/relationships/officeDocument" Target="/ppt/presentation.xml" Id="R7d4ce22de05943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f72bcae7d04fc5"/>
  </p:sldMasterIdLst>
  <p:notesMasterIdLst>
    <p:notesMasterId xmlns:r="http://schemas.openxmlformats.org/officeDocument/2006/relationships" r:id="R2bbb5834829944db"/>
  </p:notesMasterIdLst>
  <p:sldIdLst>
    <p:sldId xmlns:r="http://schemas.openxmlformats.org/officeDocument/2006/relationships" id="256" r:id="Rd4f94fd014d341c1"/>
    <p:sldId xmlns:r="http://schemas.openxmlformats.org/officeDocument/2006/relationships" id="257" r:id="Recc06e7aa2a34cce"/>
    <p:sldId xmlns:r="http://schemas.openxmlformats.org/officeDocument/2006/relationships" id="258" r:id="R7265e8bdd8614036"/>
    <p:sldId xmlns:r="http://schemas.openxmlformats.org/officeDocument/2006/relationships" id="259" r:id="Rf7b0fda83796490b"/>
    <p:sldId xmlns:r="http://schemas.openxmlformats.org/officeDocument/2006/relationships" id="260" r:id="Rdb27d57806674248"/>
    <p:sldId xmlns:r="http://schemas.openxmlformats.org/officeDocument/2006/relationships" id="261" r:id="R1031b6f9239b4ddc"/>
    <p:sldId xmlns:r="http://schemas.openxmlformats.org/officeDocument/2006/relationships" id="262" r:id="Rb4ea6f6b70fd4a92"/>
    <p:sldId xmlns:r="http://schemas.openxmlformats.org/officeDocument/2006/relationships" id="263" r:id="R081c4bf53cd747cc"/>
    <p:sldId xmlns:r="http://schemas.openxmlformats.org/officeDocument/2006/relationships" id="264" r:id="R67f0a55a98c44adc"/>
    <p:sldId xmlns:r="http://schemas.openxmlformats.org/officeDocument/2006/relationships" id="265" r:id="R811ce0f624d04a47"/>
    <p:sldId xmlns:r="http://schemas.openxmlformats.org/officeDocument/2006/relationships" id="266" r:id="R6d06aa5cc9f5400e"/>
    <p:sldId xmlns:r="http://schemas.openxmlformats.org/officeDocument/2006/relationships" id="267" r:id="R5b5406f342a74e63"/>
    <p:sldId xmlns:r="http://schemas.openxmlformats.org/officeDocument/2006/relationships" id="268" r:id="Rc9a382628b814c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660054438049ed" /><Relationship Type="http://schemas.openxmlformats.org/officeDocument/2006/relationships/slideMaster" Target="/ppt/slideMasters/slideMaster1.xml" Id="R1ff72bcae7d04fc5" /><Relationship Type="http://schemas.openxmlformats.org/officeDocument/2006/relationships/notesMaster" Target="/ppt/notesMasters/notesMaster1.xml" Id="R2bbb5834829944db" /><Relationship Type="http://schemas.openxmlformats.org/officeDocument/2006/relationships/presProps" Target="/ppt/presProps.xml" Id="Rc1277ffccb734fc5" /><Relationship Type="http://schemas.openxmlformats.org/officeDocument/2006/relationships/tableStyles" Target="/ppt/tableStyles.xml" Id="R63d7fb4679d6413f" /><Relationship Type="http://schemas.openxmlformats.org/officeDocument/2006/relationships/slide" Target="/ppt/slides/slide1.xml" Id="Rd4f94fd014d341c1" /><Relationship Type="http://schemas.openxmlformats.org/officeDocument/2006/relationships/slide" Target="/ppt/slides/slide2.xml" Id="Recc06e7aa2a34cce" /><Relationship Type="http://schemas.openxmlformats.org/officeDocument/2006/relationships/slide" Target="/ppt/slides/slide3.xml" Id="R7265e8bdd8614036" /><Relationship Type="http://schemas.openxmlformats.org/officeDocument/2006/relationships/slide" Target="/ppt/slides/slide4.xml" Id="Rf7b0fda83796490b" /><Relationship Type="http://schemas.openxmlformats.org/officeDocument/2006/relationships/slide" Target="/ppt/slides/slide5.xml" Id="Rdb27d57806674248" /><Relationship Type="http://schemas.openxmlformats.org/officeDocument/2006/relationships/slide" Target="/ppt/slides/slide6.xml" Id="R1031b6f9239b4ddc" /><Relationship Type="http://schemas.openxmlformats.org/officeDocument/2006/relationships/slide" Target="/ppt/slides/slide7.xml" Id="Rb4ea6f6b70fd4a92" /><Relationship Type="http://schemas.openxmlformats.org/officeDocument/2006/relationships/slide" Target="/ppt/slides/slide8.xml" Id="R081c4bf53cd747cc" /><Relationship Type="http://schemas.openxmlformats.org/officeDocument/2006/relationships/slide" Target="/ppt/slides/slide9.xml" Id="R67f0a55a98c44adc" /><Relationship Type="http://schemas.openxmlformats.org/officeDocument/2006/relationships/slide" Target="/ppt/slides/slide10.xml" Id="R811ce0f624d04a47" /><Relationship Type="http://schemas.openxmlformats.org/officeDocument/2006/relationships/slide" Target="/ppt/slides/slide11.xml" Id="R6d06aa5cc9f5400e" /><Relationship Type="http://schemas.openxmlformats.org/officeDocument/2006/relationships/slide" Target="/ppt/slides/slide12.xml" Id="R5b5406f342a74e63" /><Relationship Type="http://schemas.openxmlformats.org/officeDocument/2006/relationships/slide" Target="/ppt/slides/slide13.xml" Id="Rc9a382628b814c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6e48f8efa14a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8d08f55a7a4f2d" /><Relationship Type="http://schemas.openxmlformats.org/officeDocument/2006/relationships/notesMaster" Target="/ppt/notesMasters/notesMaster1.xml" Id="Rf29fcd7f774340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96e23b548a4acc" /><Relationship Type="http://schemas.openxmlformats.org/officeDocument/2006/relationships/notesMaster" Target="/ppt/notesMasters/notesMaster1.xml" Id="Rdc76a597a60c42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d02d9dd6624d0e" /><Relationship Type="http://schemas.openxmlformats.org/officeDocument/2006/relationships/notesMaster" Target="/ppt/notesMasters/notesMaster1.xml" Id="R5b63754cf72446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42c3f52b0e4f68" /><Relationship Type="http://schemas.openxmlformats.org/officeDocument/2006/relationships/notesMaster" Target="/ppt/notesMasters/notesMaster1.xml" Id="Rd5e7dbb915214f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469cff19d04a63" /><Relationship Type="http://schemas.openxmlformats.org/officeDocument/2006/relationships/notesMaster" Target="/ppt/notesMasters/notesMaster1.xml" Id="R44b90dda554948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81157c80d543c9" /><Relationship Type="http://schemas.openxmlformats.org/officeDocument/2006/relationships/notesMaster" Target="/ppt/notesMasters/notesMaster1.xml" Id="Rb1b58ee63e824f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c51f6f46c94899" /><Relationship Type="http://schemas.openxmlformats.org/officeDocument/2006/relationships/notesMaster" Target="/ppt/notesMasters/notesMaster1.xml" Id="Ra8344d4e54d849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c73fef8b344b35" /><Relationship Type="http://schemas.openxmlformats.org/officeDocument/2006/relationships/notesMaster" Target="/ppt/notesMasters/notesMaster1.xml" Id="R8cd546f092c748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747a61a4f84dea" /><Relationship Type="http://schemas.openxmlformats.org/officeDocument/2006/relationships/notesMaster" Target="/ppt/notesMasters/notesMaster1.xml" Id="Ref3d433aa7c647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b6740fc18f4a91" /><Relationship Type="http://schemas.openxmlformats.org/officeDocument/2006/relationships/notesMaster" Target="/ppt/notesMasters/notesMaster1.xml" Id="Rf3f0d67301e945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302487487d40c4" /><Relationship Type="http://schemas.openxmlformats.org/officeDocument/2006/relationships/notesMaster" Target="/ppt/notesMasters/notesMaster1.xml" Id="R4fe76984c6cd47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95d9bd892f4a53" /><Relationship Type="http://schemas.openxmlformats.org/officeDocument/2006/relationships/notesMaster" Target="/ppt/notesMasters/notesMaster1.xml" Id="Rdb6ab3c4eb8e42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e10e8dd3ae4300" /><Relationship Type="http://schemas.openxmlformats.org/officeDocument/2006/relationships/notesMaster" Target="/ppt/notesMasters/notesMaster1.xml" Id="R33931a7393e34d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大家好，我们是 Arkive。我们面向那些不常用、却仍有价值的存量文件，提供本地压缩、原件备份和归档找回。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图示为可编辑的文件归档流程示意。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C:/Users/steph/Desktop/arkive-demo/README.md</a:t>
            </a:r>
          </a:p>
          <a:p xmlns:a="http://schemas.openxmlformats.org/drawingml/2006/main">
            <a:r>
              <a:t>C:/Users/steph/Desktop/arkive-doc/plan.md</a:t>
            </a:r>
          </a:p>
          <a:p xmlns:a="http://schemas.openxmlformats.org/drawingml/2006/main">
            <a:r>
              <a:t>团队成员与分工：用户在本聊天中提供，2026-10-17。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拍摄留下的视频、项目附件和多次下载的同一份资料，会慢慢占满磁盘。它们还有价值，用户很难直接删除。逐个找文件、查参数、担心处理后打不开，也让整理不断推迟。Arkive 关注的就是这类文件。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问题与用户场景来自项目规划，属于产品假设，尚无用户研究或市场规模统计。图示为文件类型与累积场景示意。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C:/Users/steph/Desktop/arkive-doc/plan.md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Arkive 把文件处理放在一个桌面工作空间里。用户可以直接选择文件压缩，也可以让 Agent 协助检查和串联操作。压缩后的完整原件进入备份，适合保留的压缩结果再归档，通过文件名、标签和日期找回。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右侧为现有前端代码的夜间主题渲染预览，未接入 Electron 桥接；仅证明界面外观，不能作为业务执行证据。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C:/Users/steph/Desktop/arkive-demo/README.md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  <a:p xmlns:a="http://schemas.openxmlformats.org/drawingml/2006/main">
            <a:r>
              <a:t>C:/Users/steph/Desktop/arkive-demo/src/renderer/src/App.tsx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不同文件不能套用同一组压缩参数。视频通过 FFmpeg 和 ab-av1 搜索质量参数，图片使用 Sharp 与 pngquant，PDF 结合 Ghostscript 和 qpdf，Office 则处理包内媒体并校验整个文档。我们的工作是把这些能力统一接到文件级校验、原件处理和状态反馈上。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视频抽样 VMAF 仅用于参数选择；图片质量评分是参考，不是视觉无损保证。Office 复杂素材、不同应用版本的打开编辑效果需另行验收。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C:/Users/steph/Desktop/arkive-demo/src/main/modules/image-compression/README.md</a:t>
            </a:r>
          </a:p>
          <a:p xmlns:a="http://schemas.openxmlformats.org/drawingml/2006/main">
            <a:r>
              <a:t>C:/Users/steph/Desktop/arkive-demo/resources/tools/darwin-arm64/AB-AV1.md</a:t>
            </a:r>
          </a:p>
          <a:p xmlns:a="http://schemas.openxmlformats.org/drawingml/2006/main">
            <a:r>
              <a:t>C:/Users/steph/Desktop/arkive-demo/src/main/modules/pdf-compression/README.md</a:t>
            </a:r>
          </a:p>
          <a:p xmlns:a="http://schemas.openxmlformats.org/drawingml/2006/main">
            <a:r>
              <a:t>C:/Users/steph/Desktop/arkive-demo/src/main/modules/office-compression/README.md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压缩结束不是流程的终点。对普通图片、视频和 PDF，输出有效且体积更小后，我们才将完整原件移入 Backup；无收益时原件保持原位。Archive 则保存可打开的压缩副本，复制并校验后发布，写入 SQLite。两者分开，可以清楚回答原件在哪里、处理是否完成、失败后怎么重试。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普通媒体流程与 Office 原路径替换不同。完整备份与额外副本仍占磁盘，savedBytes 不能直接认定为实际释放空间。归档后保留原位置链接是默认关闭的试用开关，不保证随外部移动自动维护。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  <a:p xmlns:a="http://schemas.openxmlformats.org/drawingml/2006/main">
            <a:r>
              <a:t>C:/Users/steph/Desktop/arkive-demo/src/main/modules/catalog/service.ts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对于内容完全相同的重复文件，Arkive 接入了 APFS 克隆替换。先只读检测，再对用户明确授权的路径逐项核对，使用写时复制共享底层内容。两条路径都保留，后续修改互不影响。这项能力限制在同一 APFS 卷上，实际空间收益需要结合快照和共享块状态评估。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 Service、Task 与 Agent Tool，macOS 实机验收与真实模型端到端联测需分别完成。逻辑共享字节不是实测释放量；diskSpaceReclaimedBytes 固定为 null。图示说明共享内容关系，不是物理块测量。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C:/Users/steph/Desktop/arkive-demo/src/main/modules/duplicate-detection/README.md</a:t>
            </a:r>
          </a:p>
          <a:p xmlns:a="http://schemas.openxmlformats.org/drawingml/2006/main">
            <a:r>
              <a:t>C:/Users/steph/Desktop/arkive-demo/src/main/modules/clone-deduplication/README.md</a:t>
            </a:r>
          </a:p>
          <a:p xmlns:a="http://schemas.openxmlformats.org/drawingml/2006/main">
            <a:r>
              <a:t>C:/Users/steph/Desktop/arkive-demo/native/apfs-dedupe.c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 是另一种入口。比如用户可以要求，先检查一个文件夹，再给出压缩与去重方案，确认后执行。Pi SDK 通过工具调用连接已有业务服务，界面展示运行、返回和错误状态。Agent 负责理解和解释，文件操作继续由本地服务处理。真实模型的选工具与授权理解仍需要场景联测。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右侧是现有 Electron 测试界面的截图，不是本轮真实模型推理结果。授权策略主要由系统提示约束，并非所有工具统一具备程序强制确认层。模型对话请求可能联网。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C:/Users/steph/Desktop/arkive-demo/src/main/modules/agent/session.ts</a:t>
            </a:r>
          </a:p>
          <a:p xmlns:a="http://schemas.openxmlformats.org/drawingml/2006/main">
            <a:r>
              <a:t>C:/Users/steph/Desktop/arkive-demo/src/main/modules/agent/tools.ts</a:t>
            </a:r>
          </a:p>
          <a:p xmlns:a="http://schemas.openxmlformats.org/drawingml/2006/main">
            <a:r>
              <a:t>C:/Users/steph/Desktop/arkive-demo/src/main/modules/agent/prompt.ts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架构上，我们把交互入口和文件处理解耦。React 界面与 Agent 都通过明确的业务操作进入 Task 队列，复用检查、压缩和归档流程。底层工具负责特定格式处理，Catalog 记录路径与状态。自主设计主要体现在跨入口的一致流程、原件与结果的管理，以及 APFS 去重事务与异常恢复。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队列只在当前进程内存在，不能将其描述为持久化任务历史。Catalog 与 APFS 恢复数据分别持久化。基础编解码和模型能力来自第三方，见附录 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C:/Users/steph/Desktop/arkive-demo/src/main/tasks/README.md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  <a:p xmlns:a="http://schemas.openxmlformats.org/drawingml/2006/main">
            <a:r>
              <a:t>C:/Users/steph/Desktop/arkive-demo/src/main/modules/clone-deduplication/README.md</a:t>
            </a:r>
          </a:p>
          <a:p xmlns:a="http://schemas.openxmlformats.org/drawingml/2006/main">
            <a:r>
              <a:t>C:/Users/steph/Desktop/arkive-demo/src/main/modules/agent/tools.ts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用一份样本展示完整流程。先选择文件和输出位置，执行压缩，查看实际结果和原件备份位置。随后归档压缩结果，设置标签，再到我的归档按名称或标签找到并打开。若现场网络不可用，基础文件压缩与归档仍走本地路径；Agent 环节可以使用截图解释调用流程。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建议分配：选择与启动 10 秒、等待与结果 20 秒、查看完整备份 10 秒、归档和标签 15 秒、检索与打开 15 秒。选用会产生实际体积收益的小样本，长视频不要临场等待编码。截图来自生成样本的真实 Electron 测试结果。该页为静态备用材料，不冒充现场 Demo 或已准备的视频。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C:/Users/steph/Desktop/arkive-demo/docs/windows-fix-verification-2026-10-17.md</a:t>
            </a:r>
          </a:p>
          <a:p xmlns:a="http://schemas.openxmlformats.org/drawingml/2006/main">
            <a:r>
              <a:t>C:/Users/steph/Desktop/arkive-demo/src/renderer/src/components/CompressionPage.tsx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下一步，我们会把已有能力扩展到整批存量文件：接入基于已知信息的 AI 标签建议，完善冷数据报告，以及微信可读附件的场景流程。这些会作为后续集成与规划展开。团队中，葛俊辉负责后端，方子硕负责界面与测试。Arkive 希望让用户保留重要文件时，也能更容易地处理和找回。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标签推荐已有独立 Service，元数据采集、IPC 与界面推荐尚未接线。冷数据报告与微信附件专用编排属于规划，不代表支持扫描加密数据库、自动清空微信或自动 OCR。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C:/Users/steph/Desktop/arkive-doc/plan.md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  <a:p xmlns:a="http://schemas.openxmlformats.org/drawingml/2006/main">
            <a:r>
              <a:t>团队成员与分工：用户在本聊天中提供，2026-10-17。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 5 分钟主讲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 2026 年 10 月 17 日 Windows 修复与回归报告，29 项队列、解析和路径保护测试，加 5 项文件操作回归，共 34 项单元测试通过；30 项综合功能检查通过；7 项限制或待实现单独保留。这些结果来自已有的 Windows 回归报告，不能代替 macOS 专项验收。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真实模型由本地 HTTP 响应夹具替代；APFS、Finder、Mole 和随包媒体工具的 macOS 实机表现不能由 Windows 检查替代。原报告的 ESLint 有既有 CRLF 格式警告，不声称无警告。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C:/Users/steph/Desktop/arkive-demo/docs/windows-fix-verification-2026-10-17.md</a:t>
            </a:r>
          </a:p>
          <a:p xmlns:a="http://schemas.openxmlformats.org/drawingml/2006/main">
            <a:r>
              <a:t>C:/Users/steph/Desktop/arkive-demo/docs/windows-test-report-2026-10-17.md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 5 分钟主讲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实现状态和验证范围分别说明。Windows 已有样本验证不等于 Mac 上的所有能力通过；Service 已存在也不等于前端完整接入。未来场景包括标签建议联动、冷数据报告和微信附件编排，均按具体状态说明。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微信场景限定为可读附件，排除加密数据库与加密图片处理承诺。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C:/Users/steph/Desktop/arkive-demo/docs/windows-fix-verification-2026-10-17.md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  <a:p xmlns:a="http://schemas.openxmlformats.org/drawingml/2006/main">
            <a:r>
              <a:t>C:/Users/steph/Desktop/arkive-demo/src/main/modules/clone-deduplication/README.md</a:t>
            </a:r>
          </a:p>
          <a:p xmlns:a="http://schemas.openxmlformats.org/drawingml/2006/main">
            <a:r>
              <a:t>C:/Users/steph/Desktop/arkive-demo/src/main/modules/mole/README.md</a:t>
            </a:r>
          </a:p>
          <a:p xmlns:a="http://schemas.openxmlformats.org/drawingml/2006/main">
            <a:r>
              <a:t>C:/Users/steph/Desktop/arkive-doc/plan.md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 5 分钟主讲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Arkive 自主设计的是产品交互、跨入口业务编排、文件保护与状态管理、APFS 去重事务和恢复。编解码器、重复检测、Agent 框架等来自第三方。分发工具的版本、来源、哈希和许可记录在 manifest 与 licenses 目录；本页只用于说明技术来源，不替代完整的第三方声明。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FFmpeg/FFprobe、Mole、Ghostscript、pngquant 等许可不同，应以随包 manifest 与各工具许可证原文为准。不把集成已有编解码器写成自研算法。部署方式见项目 README 与 macOS 安装检查文档，签名、公证和生产安装仍需独立验证。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C:/Users/steph/Desktop/arkive-demo/package.json</a:t>
            </a:r>
          </a:p>
          <a:p xmlns:a="http://schemas.openxmlformats.org/drawingml/2006/main">
            <a:r>
              <a:t>C:/Users/steph/Desktop/arkive-demo/resources/tools/darwin-arm64/manifest.json</a:t>
            </a:r>
          </a:p>
          <a:p xmlns:a="http://schemas.openxmlformats.org/drawingml/2006/main">
            <a:r>
              <a:t>C:/Users/steph/Desktop/arkive-demo/src/main/tasks/README.md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  <a:p xmlns:a="http://schemas.openxmlformats.org/drawingml/2006/main">
            <a:r>
              <a:t>C:/Users/steph/Desktop/arkive-demo/src/main/modules/clone-deduplication/README.md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fd5647ec645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2828ed758643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2d91ac8e246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d1fd6e6d14f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40c2dd58848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a409edad745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B07334-82DE-4381-B70B-B1443DE6C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69890E-E4C0-4397-B925-5800AD4CFA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AC0517-B58D-4E18-A943-BF8F7CC88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D20757-190D-4F73-BB4D-94A78A039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1BCF65-3BCC-45E4-8B82-572C6B2D3F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806F69-461E-485B-AE30-E6BBC255BD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9AF3E2-BF95-47BD-B6D0-5B4ACDBED1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FB6D5E-865E-47AC-8212-795E732DC4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45D009-ADA9-48BE-8E10-902992A3CD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32F6E3-78D8-44CA-9945-E487F4DF93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11602980fa4bda" /><Relationship Type="http://schemas.openxmlformats.org/officeDocument/2006/relationships/slideLayout" Target="/ppt/slideLayouts/slideLayout1.xml" Id="Rf2ee8d3a9faf4d59" /><Relationship Type="http://schemas.openxmlformats.org/officeDocument/2006/relationships/slideLayout" Target="/ppt/slideLayouts/slideLayout2.xml" Id="R0faae95aae3f4c63" /><Relationship Type="http://schemas.openxmlformats.org/officeDocument/2006/relationships/slideLayout" Target="/ppt/slideLayouts/slideLayout3.xml" Id="Rd3a49e90dd1e420b" /><Relationship Type="http://schemas.openxmlformats.org/officeDocument/2006/relationships/slideLayout" Target="/ppt/slideLayouts/slideLayout4.xml" Id="R81100561872349cd" /><Relationship Type="http://schemas.openxmlformats.org/officeDocument/2006/relationships/slideLayout" Target="/ppt/slideLayouts/slideLayout5.xml" Id="R3597e4f236494688" /><Relationship Type="http://schemas.openxmlformats.org/officeDocument/2006/relationships/slideLayout" Target="/ppt/slideLayouts/slideLayout6.xml" Id="R5dc63bc4b0fb44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ee8d3a9faf4d59"/>
    <p:sldLayoutId xmlns:r="http://schemas.openxmlformats.org/officeDocument/2006/relationships" id="2147483650" r:id="R0faae95aae3f4c63"/>
    <p:sldLayoutId xmlns:r="http://schemas.openxmlformats.org/officeDocument/2006/relationships" id="2147483651" r:id="Rd3a49e90dd1e420b"/>
    <p:sldLayoutId xmlns:r="http://schemas.openxmlformats.org/officeDocument/2006/relationships" id="2147483652" r:id="R81100561872349cd"/>
    <p:sldLayoutId xmlns:r="http://schemas.openxmlformats.org/officeDocument/2006/relationships" id="2147483653" r:id="R3597e4f236494688"/>
    <p:sldLayoutId xmlns:r="http://schemas.openxmlformats.org/officeDocument/2006/relationships" id="2147483654" r:id="R5dc63bc4b0fb44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630d0b01304a64" /><Relationship Type="http://schemas.openxmlformats.org/officeDocument/2006/relationships/notesSlide" Target="/ppt/notesSlides/notesSlide1.xml" Id="R469dcd31747f4c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cd1aca0734dfd" /><Relationship Type="http://schemas.openxmlformats.org/officeDocument/2006/relationships/notesSlide" Target="/ppt/notesSlides/notesSlide2.xml" Id="R9d9178bd9afe4d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ea955ac124a08" /><Relationship Type="http://schemas.openxmlformats.org/officeDocument/2006/relationships/image" Target="/ppt/media/image.png" Id="R64aa021309db424a" /><Relationship Type="http://schemas.openxmlformats.org/officeDocument/2006/relationships/notesSlide" Target="/ppt/notesSlides/notesSlide3.xml" Id="R38723837741048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4c90af5052434c" /><Relationship Type="http://schemas.openxmlformats.org/officeDocument/2006/relationships/notesSlide" Target="/ppt/notesSlides/notesSlide4.xml" Id="R6162e771431744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7de0e1db24e5f" /><Relationship Type="http://schemas.openxmlformats.org/officeDocument/2006/relationships/notesSlide" Target="/ppt/notesSlides/notesSlide5.xml" Id="Ree57f84b732d48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bad515ee8242c5" /><Relationship Type="http://schemas.openxmlformats.org/officeDocument/2006/relationships/notesSlide" Target="/ppt/notesSlides/notesSlide6.xml" Id="R039da23ccafe4b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69a7398f04110" /><Relationship Type="http://schemas.openxmlformats.org/officeDocument/2006/relationships/image" Target="/ppt/media/image2.png" Id="Rfa68e1a897cb4d0c" /><Relationship Type="http://schemas.openxmlformats.org/officeDocument/2006/relationships/notesSlide" Target="/ppt/notesSlides/notesSlide7.xml" Id="Rc6e26730329a4f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aa6c93de7444e" /><Relationship Type="http://schemas.openxmlformats.org/officeDocument/2006/relationships/notesSlide" Target="/ppt/notesSlides/notesSlide8.xml" Id="R3cb9b07a575e45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03c8fc33440fd" /><Relationship Type="http://schemas.openxmlformats.org/officeDocument/2006/relationships/image" Target="/ppt/media/image3.png" Id="R0f1ea2140ddf4e59" /><Relationship Type="http://schemas.openxmlformats.org/officeDocument/2006/relationships/notesSlide" Target="/ppt/notesSlides/notesSlide9.xml" Id="R7d6683a9269b44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6632fef251425c" /><Relationship Type="http://schemas.openxmlformats.org/officeDocument/2006/relationships/notesSlide" Target="/ppt/notesSlides/notesSlide10.xml" Id="R0bb46439edaf42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dbf8cec3645d0" /><Relationship Type="http://schemas.openxmlformats.org/officeDocument/2006/relationships/notesSlide" Target="/ppt/notesSlides/notesSlide11.xml" Id="Rccc4542499304b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05a9430f2429d" /><Relationship Type="http://schemas.openxmlformats.org/officeDocument/2006/relationships/notesSlide" Target="/ppt/notesSlides/notesSlide12.xml" Id="Rcf3f614e022646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4fff0b26a4898" /><Relationship Type="http://schemas.openxmlformats.org/officeDocument/2006/relationships/notesSlide" Target="/ppt/notesSlides/notesSlide13.xml" Id="R5bb5f09b42cf43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B28AE-6015-43D3-A8FB-AA3A6D4D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09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pPr>
            <a:r>
              <a:rPr sz="7500" b="1">
                <a:solidFill>
                  <a:srgbClr val="F1F5F0"/>
                </a:solidFill>
                <a:latin typeface="Consolas"/>
                <a:ea typeface="Consolas"/>
                <a:cs typeface="Consolas"/>
              </a:rPr>
              <a:t>ARKIVE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41DD1-8CB7-41A2-A009-4F7602E4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面向存量文件的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5C2C9-4C8E-489A-9EA7-C858AA56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本地压缩与归档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D0BF9-11F6-4900-9874-6AA8E6E6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macOS 桌面文件工作空间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D7D0B-169C-405B-8857-13A7E42E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葛俊辉 · 后端开发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0D096-B933-41BC-8F1B-657AE5AB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方子硕 · UI 与测试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F3EA0-00DB-45E9-A115-4A803E7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TECHATHON / 2026</a:t>
            </a:r>
          </a:p>
        </p:txBody>
      </p:sp>
      <p:sp>
        <p:nvSpPr>
          <p:cNvPr id="8" name="fx-1-1">
            <a:extLst xmlns:a="http://schemas.openxmlformats.org/drawingml/2006/main">
              <a:ext uri="{FF2B5EF4-FFF2-40B4-BE49-F238E27FC236}">
                <a16:creationId xmlns:a16="http://schemas.microsoft.com/office/drawing/2014/main" id="{D4374C00-0525-43AA-8600-D7813CE1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857375"/>
            <a:ext cx="637032" cy="838200"/>
          </a:xfrm>
          <a:custGeom xmlns:a="http://schemas.openxmlformats.org/drawingml/2006/main">
            <a:pathLst>
              <a:path w="637032" h="838200">
                <a:moveTo>
                  <a:pt x="0" y="0"/>
                </a:moveTo>
                <a:lnTo>
                  <a:pt x="452628" y="0"/>
                </a:lnTo>
                <a:lnTo>
                  <a:pt x="637032" y="184404"/>
                </a:lnTo>
                <a:lnTo>
                  <a:pt x="637032" y="838200"/>
                </a:lnTo>
                <a:lnTo>
                  <a:pt x="0" y="8382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9" name="fx-1-2">
            <a:extLst xmlns:a="http://schemas.openxmlformats.org/drawingml/2006/main">
              <a:ext uri="{FF2B5EF4-FFF2-40B4-BE49-F238E27FC236}">
                <a16:creationId xmlns:a16="http://schemas.microsoft.com/office/drawing/2014/main" id="{7D37AD68-46EA-4F5C-AF41-F0F0582B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653" y="1857375"/>
            <a:ext cx="184404" cy="184404"/>
          </a:xfrm>
          <a:custGeom xmlns:a="http://schemas.openxmlformats.org/drawingml/2006/main">
            <a:pathLst>
              <a:path w="184404" h="184404">
                <a:moveTo>
                  <a:pt x="0" y="0"/>
                </a:moveTo>
                <a:lnTo>
                  <a:pt x="0" y="184404"/>
                </a:lnTo>
                <a:lnTo>
                  <a:pt x="184404" y="1844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0" name="fx-1-3">
            <a:extLst xmlns:a="http://schemas.openxmlformats.org/drawingml/2006/main">
              <a:ext uri="{FF2B5EF4-FFF2-40B4-BE49-F238E27FC236}">
                <a16:creationId xmlns:a16="http://schemas.microsoft.com/office/drawing/2014/main" id="{F5FFE0AA-DC4F-4CCB-AF1C-591B116C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431" y="2217801"/>
            <a:ext cx="369479" cy="9525"/>
          </a:xfrm>
          <a:custGeom xmlns:a="http://schemas.openxmlformats.org/drawingml/2006/main">
            <a:pathLst>
              <a:path w="369479" h="9525">
                <a:moveTo>
                  <a:pt x="0" y="0"/>
                </a:moveTo>
                <a:lnTo>
                  <a:pt x="369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1" name="fx-1-4">
            <a:extLst xmlns:a="http://schemas.openxmlformats.org/drawingml/2006/main">
              <a:ext uri="{FF2B5EF4-FFF2-40B4-BE49-F238E27FC236}">
                <a16:creationId xmlns:a16="http://schemas.microsoft.com/office/drawing/2014/main" id="{F3D4CBBA-49AC-4BA0-8DFB-37059382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431" y="2335149"/>
            <a:ext cx="369479" cy="9525"/>
          </a:xfrm>
          <a:custGeom xmlns:a="http://schemas.openxmlformats.org/drawingml/2006/main">
            <a:pathLst>
              <a:path w="369479" h="9525">
                <a:moveTo>
                  <a:pt x="0" y="0"/>
                </a:moveTo>
                <a:lnTo>
                  <a:pt x="369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2" name="fx-1-5">
            <a:extLst xmlns:a="http://schemas.openxmlformats.org/drawingml/2006/main">
              <a:ext uri="{FF2B5EF4-FFF2-40B4-BE49-F238E27FC236}">
                <a16:creationId xmlns:a16="http://schemas.microsoft.com/office/drawing/2014/main" id="{CB784B21-F0EB-41D7-928D-4AF320B8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431" y="2452497"/>
            <a:ext cx="369479" cy="9525"/>
          </a:xfrm>
          <a:custGeom xmlns:a="http://schemas.openxmlformats.org/drawingml/2006/main">
            <a:pathLst>
              <a:path w="369479" h="9525">
                <a:moveTo>
                  <a:pt x="0" y="0"/>
                </a:moveTo>
                <a:lnTo>
                  <a:pt x="369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3" name="fx-1-6">
            <a:extLst xmlns:a="http://schemas.openxmlformats.org/drawingml/2006/main">
              <a:ext uri="{FF2B5EF4-FFF2-40B4-BE49-F238E27FC236}">
                <a16:creationId xmlns:a16="http://schemas.microsoft.com/office/drawing/2014/main" id="{3FB0D0CD-BA3D-49A3-8F59-D0018666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57375"/>
            <a:ext cx="637032" cy="838200"/>
          </a:xfrm>
          <a:custGeom xmlns:a="http://schemas.openxmlformats.org/drawingml/2006/main">
            <a:pathLst>
              <a:path w="637032" h="838200">
                <a:moveTo>
                  <a:pt x="0" y="0"/>
                </a:moveTo>
                <a:lnTo>
                  <a:pt x="452628" y="0"/>
                </a:lnTo>
                <a:lnTo>
                  <a:pt x="637032" y="184404"/>
                </a:lnTo>
                <a:lnTo>
                  <a:pt x="637032" y="838200"/>
                </a:lnTo>
                <a:lnTo>
                  <a:pt x="0" y="8382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4" name="fx-1-7">
            <a:extLst xmlns:a="http://schemas.openxmlformats.org/drawingml/2006/main">
              <a:ext uri="{FF2B5EF4-FFF2-40B4-BE49-F238E27FC236}">
                <a16:creationId xmlns:a16="http://schemas.microsoft.com/office/drawing/2014/main" id="{03D97F26-E0C2-45CD-A684-BDAB9094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857375"/>
            <a:ext cx="184404" cy="184404"/>
          </a:xfrm>
          <a:custGeom xmlns:a="http://schemas.openxmlformats.org/drawingml/2006/main">
            <a:pathLst>
              <a:path w="184404" h="184404">
                <a:moveTo>
                  <a:pt x="0" y="0"/>
                </a:moveTo>
                <a:lnTo>
                  <a:pt x="0" y="184404"/>
                </a:lnTo>
                <a:lnTo>
                  <a:pt x="184404" y="1844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5" name="fx-1-8">
            <a:extLst xmlns:a="http://schemas.openxmlformats.org/drawingml/2006/main">
              <a:ext uri="{FF2B5EF4-FFF2-40B4-BE49-F238E27FC236}">
                <a16:creationId xmlns:a16="http://schemas.microsoft.com/office/drawing/2014/main" id="{AB5D99C6-8284-4755-8BBB-14781AD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447" y="2150745"/>
            <a:ext cx="88011" cy="8801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6" name="fx-1-9">
            <a:extLst xmlns:a="http://schemas.openxmlformats.org/drawingml/2006/main">
              <a:ext uri="{FF2B5EF4-FFF2-40B4-BE49-F238E27FC236}">
                <a16:creationId xmlns:a16="http://schemas.microsoft.com/office/drawing/2014/main" id="{D5588DD2-F5BA-481F-A103-32A203E2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966" y="2259711"/>
            <a:ext cx="382219" cy="234696"/>
          </a:xfrm>
          <a:custGeom xmlns:a="http://schemas.openxmlformats.org/drawingml/2006/main">
            <a:pathLst>
              <a:path w="382219" h="234696">
                <a:moveTo>
                  <a:pt x="0" y="234696"/>
                </a:moveTo>
                <a:lnTo>
                  <a:pt x="152888" y="67056"/>
                </a:lnTo>
                <a:lnTo>
                  <a:pt x="242072" y="150876"/>
                </a:lnTo>
                <a:lnTo>
                  <a:pt x="3822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7" name="fx-1-10">
            <a:extLst xmlns:a="http://schemas.openxmlformats.org/drawingml/2006/main">
              <a:ext uri="{FF2B5EF4-FFF2-40B4-BE49-F238E27FC236}">
                <a16:creationId xmlns:a16="http://schemas.microsoft.com/office/drawing/2014/main" id="{99C980D9-2A67-4A5D-AEC6-20BA46E3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857375"/>
            <a:ext cx="637032" cy="838200"/>
          </a:xfrm>
          <a:custGeom xmlns:a="http://schemas.openxmlformats.org/drawingml/2006/main">
            <a:pathLst>
              <a:path w="637032" h="838200">
                <a:moveTo>
                  <a:pt x="0" y="0"/>
                </a:moveTo>
                <a:lnTo>
                  <a:pt x="452628" y="0"/>
                </a:lnTo>
                <a:lnTo>
                  <a:pt x="637032" y="184404"/>
                </a:lnTo>
                <a:lnTo>
                  <a:pt x="637032" y="838200"/>
                </a:lnTo>
                <a:lnTo>
                  <a:pt x="0" y="8382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8" name="fx-1-11">
            <a:extLst xmlns:a="http://schemas.openxmlformats.org/drawingml/2006/main">
              <a:ext uri="{FF2B5EF4-FFF2-40B4-BE49-F238E27FC236}">
                <a16:creationId xmlns:a16="http://schemas.microsoft.com/office/drawing/2014/main" id="{87DBEEA7-735D-4690-9F2F-5906F11A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203" y="1857375"/>
            <a:ext cx="184404" cy="184404"/>
          </a:xfrm>
          <a:custGeom xmlns:a="http://schemas.openxmlformats.org/drawingml/2006/main">
            <a:pathLst>
              <a:path w="184404" h="184404">
                <a:moveTo>
                  <a:pt x="0" y="0"/>
                </a:moveTo>
                <a:lnTo>
                  <a:pt x="0" y="184404"/>
                </a:lnTo>
                <a:lnTo>
                  <a:pt x="184404" y="1844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9" name="fx-1-12">
            <a:extLst xmlns:a="http://schemas.openxmlformats.org/drawingml/2006/main">
              <a:ext uri="{FF2B5EF4-FFF2-40B4-BE49-F238E27FC236}">
                <a16:creationId xmlns:a16="http://schemas.microsoft.com/office/drawing/2014/main" id="{C7F8F5CD-6E02-48DC-94CB-541C11B5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536" y="2184273"/>
            <a:ext cx="222961" cy="276606"/>
          </a:xfrm>
          <a:custGeom xmlns:a="http://schemas.openxmlformats.org/drawingml/2006/main">
            <a:pathLst>
              <a:path w="222961" h="276606">
                <a:moveTo>
                  <a:pt x="0" y="0"/>
                </a:moveTo>
                <a:lnTo>
                  <a:pt x="0" y="276606"/>
                </a:lnTo>
                <a:lnTo>
                  <a:pt x="222961" y="1341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0" name="fx-2-13">
            <a:extLst xmlns:a="http://schemas.openxmlformats.org/drawingml/2006/main">
              <a:ext uri="{FF2B5EF4-FFF2-40B4-BE49-F238E27FC236}">
                <a16:creationId xmlns:a16="http://schemas.microsoft.com/office/drawing/2014/main" id="{F8C1A834-5EE2-4E45-9325-DC19730E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0375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1" name="fx-2-14">
            <a:extLst xmlns:a="http://schemas.openxmlformats.org/drawingml/2006/main">
              <a:ext uri="{FF2B5EF4-FFF2-40B4-BE49-F238E27FC236}">
                <a16:creationId xmlns:a16="http://schemas.microsoft.com/office/drawing/2014/main" id="{7EDBE125-E5F5-4ABD-A7F9-CBC1A189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321" y="3468813"/>
            <a:ext cx="79658" cy="64962"/>
          </a:xfrm>
          <a:custGeom xmlns:a="http://schemas.openxmlformats.org/drawingml/2006/main"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2" name="fx-2-15">
            <a:extLst xmlns:a="http://schemas.openxmlformats.org/drawingml/2006/main">
              <a:ext uri="{FF2B5EF4-FFF2-40B4-BE49-F238E27FC236}">
                <a16:creationId xmlns:a16="http://schemas.microsoft.com/office/drawing/2014/main" id="{852BAA7B-5CA0-43C8-A23E-C80B938A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9936"/>
            <a:ext cx="2495550" cy="337185"/>
          </a:xfrm>
          <a:prstGeom xmlns:a="http://schemas.openxmlformats.org/drawingml/2006/main" prst="roundRect">
            <a:avLst>
              <a:gd name="adj" fmla="val 847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3" name="fx-2-16">
            <a:extLst xmlns:a="http://schemas.openxmlformats.org/drawingml/2006/main">
              <a:ext uri="{FF2B5EF4-FFF2-40B4-BE49-F238E27FC236}">
                <a16:creationId xmlns:a16="http://schemas.microsoft.com/office/drawing/2014/main" id="{9570868F-2240-4918-B074-12544894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544" y="4397121"/>
            <a:ext cx="2096262" cy="1146429"/>
          </a:xfrm>
          <a:custGeom xmlns:a="http://schemas.openxmlformats.org/drawingml/2006/main">
            <a:pathLst>
              <a:path w="2096262" h="1146429">
                <a:moveTo>
                  <a:pt x="0" y="0"/>
                </a:moveTo>
                <a:lnTo>
                  <a:pt x="0" y="1146429"/>
                </a:lnTo>
                <a:lnTo>
                  <a:pt x="2096262" y="1146429"/>
                </a:lnTo>
                <a:lnTo>
                  <a:pt x="20962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4" name="fx-2-17">
            <a:extLst xmlns:a="http://schemas.openxmlformats.org/drawingml/2006/main">
              <a:ext uri="{FF2B5EF4-FFF2-40B4-BE49-F238E27FC236}">
                <a16:creationId xmlns:a16="http://schemas.microsoft.com/office/drawing/2014/main" id="{EF2B631D-17B6-4301-9E62-3652E838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209" y="4835462"/>
            <a:ext cx="598932" cy="9525"/>
          </a:xfrm>
          <a:custGeom xmlns:a="http://schemas.openxmlformats.org/drawingml/2006/main">
            <a:pathLst>
              <a:path w="598932" h="9525">
                <a:moveTo>
                  <a:pt x="0" y="0"/>
                </a:moveTo>
                <a:lnTo>
                  <a:pt x="5989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CD4B8"/>
            </a:solidFill>
          </a:ln>
        </p:spPr>
      </p:sp>
      <p:sp>
        <p:nvSpPr>
          <p:cNvPr id="25" name="fx-3-18">
            <a:extLst xmlns:a="http://schemas.openxmlformats.org/drawingml/2006/main">
              <a:ext uri="{FF2B5EF4-FFF2-40B4-BE49-F238E27FC236}">
                <a16:creationId xmlns:a16="http://schemas.microsoft.com/office/drawing/2014/main" id="{41CEBEA4-2678-4B7C-9403-7F1999C0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9120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压缩 · 保留 · 归档</a:t>
            </a:r>
          </a:p>
        </p:txBody>
      </p:sp>
    </p:spTree>
    <p:extLst>
      <p:ext uri="{BB962C8B-B14F-4D97-AF65-F5344CB8AC3E}">
        <p14:creationId xmlns:p14="http://schemas.microsoft.com/office/powerpoint/2010/main" val="609480651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2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2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2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44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47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2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50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2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53"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2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6" dur="1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EE1072-2057-47E1-B7A9-C35D06E4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01 /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60578-A3C1-49FB-862B-1DF215F2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不常用，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53AB8-7341-4EC4-A4BB-4BC17C9C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90775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却舍不得删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98473-D6F9-4856-AAB6-B6410AD3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逐个处理费时间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6FE90-2238-40E1-86E6-9C1F5571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直接删除，又怕以后找不到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94D2C-AE58-48A8-A2FE-7BB49F31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保留价值，降低整理成本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EAA98-2C6F-437A-9F55-532731CF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8" name="fx-1-19">
            <a:extLst xmlns:a="http://schemas.openxmlformats.org/drawingml/2006/main">
              <a:ext uri="{FF2B5EF4-FFF2-40B4-BE49-F238E27FC236}">
                <a16:creationId xmlns:a16="http://schemas.microsoft.com/office/drawing/2014/main" id="{8768D004-40D7-40F5-84D1-1397AC99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38350"/>
            <a:ext cx="723900" cy="952500"/>
          </a:xfrm>
          <a:custGeom xmlns:a="http://schemas.openxmlformats.org/drawingml/2006/main">
            <a:pathLst>
              <a:path w="723900" h="952500">
                <a:moveTo>
                  <a:pt x="0" y="0"/>
                </a:moveTo>
                <a:lnTo>
                  <a:pt x="514350" y="0"/>
                </a:lnTo>
                <a:lnTo>
                  <a:pt x="723900" y="209550"/>
                </a:lnTo>
                <a:lnTo>
                  <a:pt x="723900" y="952500"/>
                </a:lnTo>
                <a:lnTo>
                  <a:pt x="0" y="9525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9" name="fx-1-20">
            <a:extLst xmlns:a="http://schemas.openxmlformats.org/drawingml/2006/main">
              <a:ext uri="{FF2B5EF4-FFF2-40B4-BE49-F238E27FC236}">
                <a16:creationId xmlns:a16="http://schemas.microsoft.com/office/drawing/2014/main" id="{4A695D02-71A0-4B1A-9162-06CFE97D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038350"/>
            <a:ext cx="209550" cy="209550"/>
          </a:xfrm>
          <a:custGeom xmlns:a="http://schemas.openxmlformats.org/drawingml/2006/main">
            <a:pathLst>
              <a:path w="209550" h="209550">
                <a:moveTo>
                  <a:pt x="0" y="0"/>
                </a:moveTo>
                <a:lnTo>
                  <a:pt x="0" y="209550"/>
                </a:lnTo>
                <a:lnTo>
                  <a:pt x="20955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0" name="fx-1-21">
            <a:extLst xmlns:a="http://schemas.openxmlformats.org/drawingml/2006/main">
              <a:ext uri="{FF2B5EF4-FFF2-40B4-BE49-F238E27FC236}">
                <a16:creationId xmlns:a16="http://schemas.microsoft.com/office/drawing/2014/main" id="{CAA808DC-F8CC-4629-8172-C29400BD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409825"/>
            <a:ext cx="253365" cy="314325"/>
          </a:xfrm>
          <a:custGeom xmlns:a="http://schemas.openxmlformats.org/drawingml/2006/main">
            <a:pathLst>
              <a:path w="253365" h="314325">
                <a:moveTo>
                  <a:pt x="0" y="0"/>
                </a:moveTo>
                <a:lnTo>
                  <a:pt x="0" y="314325"/>
                </a:lnTo>
                <a:lnTo>
                  <a:pt x="253365" y="1524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1" name="fx-1-22">
            <a:extLst xmlns:a="http://schemas.openxmlformats.org/drawingml/2006/main">
              <a:ext uri="{FF2B5EF4-FFF2-40B4-BE49-F238E27FC236}">
                <a16:creationId xmlns:a16="http://schemas.microsoft.com/office/drawing/2014/main" id="{9583DCFE-CB40-4DAA-B19D-ADF1EFE1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90875"/>
            <a:ext cx="1190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拍摄素材</a:t>
            </a:r>
          </a:p>
        </p:txBody>
      </p:sp>
      <p:sp>
        <p:nvSpPr>
          <p:cNvPr id="12" name="fx-1-23">
            <a:extLst xmlns:a="http://schemas.openxmlformats.org/drawingml/2006/main">
              <a:ext uri="{FF2B5EF4-FFF2-40B4-BE49-F238E27FC236}">
                <a16:creationId xmlns:a16="http://schemas.microsoft.com/office/drawing/2014/main" id="{3253FD33-5B6B-4D1F-BEDA-7DA8ADA4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05225"/>
            <a:ext cx="9525" cy="333375"/>
          </a:xfrm>
          <a:custGeom xmlns:a="http://schemas.openxmlformats.org/drawingml/2006/main"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3" name="fx-2-24">
            <a:extLst xmlns:a="http://schemas.openxmlformats.org/drawingml/2006/main">
              <a:ext uri="{FF2B5EF4-FFF2-40B4-BE49-F238E27FC236}">
                <a16:creationId xmlns:a16="http://schemas.microsoft.com/office/drawing/2014/main" id="{A90A6D12-25A2-40AD-A03D-67DB3A84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723900" cy="952500"/>
          </a:xfrm>
          <a:custGeom xmlns:a="http://schemas.openxmlformats.org/drawingml/2006/main">
            <a:pathLst>
              <a:path w="723900" h="952500">
                <a:moveTo>
                  <a:pt x="0" y="0"/>
                </a:moveTo>
                <a:lnTo>
                  <a:pt x="514350" y="0"/>
                </a:lnTo>
                <a:lnTo>
                  <a:pt x="723900" y="209550"/>
                </a:lnTo>
                <a:lnTo>
                  <a:pt x="723900" y="952500"/>
                </a:lnTo>
                <a:lnTo>
                  <a:pt x="0" y="9525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4" name="fx-2-25">
            <a:extLst xmlns:a="http://schemas.openxmlformats.org/drawingml/2006/main">
              <a:ext uri="{FF2B5EF4-FFF2-40B4-BE49-F238E27FC236}">
                <a16:creationId xmlns:a16="http://schemas.microsoft.com/office/drawing/2014/main" id="{A46BF5E9-6A40-4307-A972-D2C74C82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38350"/>
            <a:ext cx="209550" cy="209550"/>
          </a:xfrm>
          <a:custGeom xmlns:a="http://schemas.openxmlformats.org/drawingml/2006/main">
            <a:pathLst>
              <a:path w="209550" h="209550">
                <a:moveTo>
                  <a:pt x="0" y="0"/>
                </a:moveTo>
                <a:lnTo>
                  <a:pt x="0" y="209550"/>
                </a:lnTo>
                <a:lnTo>
                  <a:pt x="20955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5" name="fx-2-26">
            <a:extLst xmlns:a="http://schemas.openxmlformats.org/drawingml/2006/main">
              <a:ext uri="{FF2B5EF4-FFF2-40B4-BE49-F238E27FC236}">
                <a16:creationId xmlns:a16="http://schemas.microsoft.com/office/drawing/2014/main" id="{963743BA-EF39-4516-AF7F-861D6B3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008" y="2371725"/>
            <a:ext cx="100013" cy="1000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6" name="fx-2-27">
            <a:extLst xmlns:a="http://schemas.openxmlformats.org/drawingml/2006/main">
              <a:ext uri="{FF2B5EF4-FFF2-40B4-BE49-F238E27FC236}">
                <a16:creationId xmlns:a16="http://schemas.microsoft.com/office/drawing/2014/main" id="{CF33C877-0788-4531-A93F-AB739EF9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052" y="2495550"/>
            <a:ext cx="434340" cy="266700"/>
          </a:xfrm>
          <a:custGeom xmlns:a="http://schemas.openxmlformats.org/drawingml/2006/main">
            <a:pathLst>
              <a:path w="434340" h="266700">
                <a:moveTo>
                  <a:pt x="0" y="266700"/>
                </a:moveTo>
                <a:lnTo>
                  <a:pt x="173736" y="76200"/>
                </a:lnTo>
                <a:lnTo>
                  <a:pt x="275082" y="171450"/>
                </a:lnTo>
                <a:lnTo>
                  <a:pt x="4343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7" name="fx-2-28">
            <a:extLst xmlns:a="http://schemas.openxmlformats.org/drawingml/2006/main">
              <a:ext uri="{FF2B5EF4-FFF2-40B4-BE49-F238E27FC236}">
                <a16:creationId xmlns:a16="http://schemas.microsoft.com/office/drawing/2014/main" id="{914E3CDF-3A92-42FB-AAE7-65E9D96B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90875"/>
            <a:ext cx="1190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项目附件</a:t>
            </a:r>
          </a:p>
        </p:txBody>
      </p:sp>
      <p:sp>
        <p:nvSpPr>
          <p:cNvPr id="18" name="fx-2-29">
            <a:extLst xmlns:a="http://schemas.openxmlformats.org/drawingml/2006/main">
              <a:ext uri="{FF2B5EF4-FFF2-40B4-BE49-F238E27FC236}">
                <a16:creationId xmlns:a16="http://schemas.microsoft.com/office/drawing/2014/main" id="{16E4D532-20DD-4171-A748-388DF9F2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05225"/>
            <a:ext cx="9525" cy="333375"/>
          </a:xfrm>
          <a:custGeom xmlns:a="http://schemas.openxmlformats.org/drawingml/2006/main"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9" name="fx-3-30">
            <a:extLst xmlns:a="http://schemas.openxmlformats.org/drawingml/2006/main">
              <a:ext uri="{FF2B5EF4-FFF2-40B4-BE49-F238E27FC236}">
                <a16:creationId xmlns:a16="http://schemas.microsoft.com/office/drawing/2014/main" id="{BF3AD2CE-7BA4-4272-B000-D39BDF43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038350"/>
            <a:ext cx="723900" cy="952500"/>
          </a:xfrm>
          <a:custGeom xmlns:a="http://schemas.openxmlformats.org/drawingml/2006/main">
            <a:pathLst>
              <a:path w="723900" h="952500">
                <a:moveTo>
                  <a:pt x="0" y="0"/>
                </a:moveTo>
                <a:lnTo>
                  <a:pt x="514350" y="0"/>
                </a:lnTo>
                <a:lnTo>
                  <a:pt x="723900" y="209550"/>
                </a:lnTo>
                <a:lnTo>
                  <a:pt x="723900" y="952500"/>
                </a:lnTo>
                <a:lnTo>
                  <a:pt x="0" y="9525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0" name="fx-3-31">
            <a:extLst xmlns:a="http://schemas.openxmlformats.org/drawingml/2006/main">
              <a:ext uri="{FF2B5EF4-FFF2-40B4-BE49-F238E27FC236}">
                <a16:creationId xmlns:a16="http://schemas.microsoft.com/office/drawing/2014/main" id="{D466D696-A556-422F-895E-613F45A2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038350"/>
            <a:ext cx="209550" cy="209550"/>
          </a:xfrm>
          <a:custGeom xmlns:a="http://schemas.openxmlformats.org/drawingml/2006/main">
            <a:pathLst>
              <a:path w="209550" h="209550">
                <a:moveTo>
                  <a:pt x="0" y="0"/>
                </a:moveTo>
                <a:lnTo>
                  <a:pt x="0" y="209550"/>
                </a:lnTo>
                <a:lnTo>
                  <a:pt x="20955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1" name="fx-3-32">
            <a:extLst xmlns:a="http://schemas.openxmlformats.org/drawingml/2006/main">
              <a:ext uri="{FF2B5EF4-FFF2-40B4-BE49-F238E27FC236}">
                <a16:creationId xmlns:a16="http://schemas.microsoft.com/office/drawing/2014/main" id="{85851895-72BE-435F-AC45-9BFE0211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155" y="2447925"/>
            <a:ext cx="419862" cy="9525"/>
          </a:xfrm>
          <a:custGeom xmlns:a="http://schemas.openxmlformats.org/drawingml/2006/main">
            <a:pathLst>
              <a:path w="419862" h="9525">
                <a:moveTo>
                  <a:pt x="0" y="0"/>
                </a:moveTo>
                <a:lnTo>
                  <a:pt x="4198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2" name="fx-3-33">
            <a:extLst xmlns:a="http://schemas.openxmlformats.org/drawingml/2006/main">
              <a:ext uri="{FF2B5EF4-FFF2-40B4-BE49-F238E27FC236}">
                <a16:creationId xmlns:a16="http://schemas.microsoft.com/office/drawing/2014/main" id="{6EACF186-6C53-49E7-B8C7-3E6D3C5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155" y="2581275"/>
            <a:ext cx="419862" cy="9525"/>
          </a:xfrm>
          <a:custGeom xmlns:a="http://schemas.openxmlformats.org/drawingml/2006/main">
            <a:pathLst>
              <a:path w="419862" h="9525">
                <a:moveTo>
                  <a:pt x="0" y="0"/>
                </a:moveTo>
                <a:lnTo>
                  <a:pt x="4198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3" name="fx-3-34">
            <a:extLst xmlns:a="http://schemas.openxmlformats.org/drawingml/2006/main">
              <a:ext uri="{FF2B5EF4-FFF2-40B4-BE49-F238E27FC236}">
                <a16:creationId xmlns:a16="http://schemas.microsoft.com/office/drawing/2014/main" id="{15FC6CB5-BFE0-44D7-A876-CBBAD299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155" y="2714625"/>
            <a:ext cx="419862" cy="9525"/>
          </a:xfrm>
          <a:custGeom xmlns:a="http://schemas.openxmlformats.org/drawingml/2006/main">
            <a:pathLst>
              <a:path w="419862" h="9525">
                <a:moveTo>
                  <a:pt x="0" y="0"/>
                </a:moveTo>
                <a:lnTo>
                  <a:pt x="4198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4" name="fx-3-35">
            <a:extLst xmlns:a="http://schemas.openxmlformats.org/drawingml/2006/main">
              <a:ext uri="{FF2B5EF4-FFF2-40B4-BE49-F238E27FC236}">
                <a16:creationId xmlns:a16="http://schemas.microsoft.com/office/drawing/2014/main" id="{1EC1D9AF-D420-49A9-A8C6-ABADE33F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1190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重复副本</a:t>
            </a:r>
          </a:p>
        </p:txBody>
      </p:sp>
      <p:sp>
        <p:nvSpPr>
          <p:cNvPr id="25" name="fx-3-36">
            <a:extLst xmlns:a="http://schemas.openxmlformats.org/drawingml/2006/main">
              <a:ext uri="{FF2B5EF4-FFF2-40B4-BE49-F238E27FC236}">
                <a16:creationId xmlns:a16="http://schemas.microsoft.com/office/drawing/2014/main" id="{8B82EE6A-C79C-4199-BCC9-75A91FD4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705225"/>
            <a:ext cx="9525" cy="333375"/>
          </a:xfrm>
          <a:custGeom xmlns:a="http://schemas.openxmlformats.org/drawingml/2006/main"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6" name="fx-4-37">
            <a:extLst xmlns:a="http://schemas.openxmlformats.org/drawingml/2006/main">
              <a:ext uri="{FF2B5EF4-FFF2-40B4-BE49-F238E27FC236}">
                <a16:creationId xmlns:a16="http://schemas.microsoft.com/office/drawing/2014/main" id="{89FA1478-1BBE-4EB8-ACB6-894101DD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038600"/>
            <a:ext cx="3143250" cy="9525"/>
          </a:xfrm>
          <a:custGeom xmlns:a="http://schemas.openxmlformats.org/drawingml/2006/main"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7" name="fx-4-38">
            <a:extLst xmlns:a="http://schemas.openxmlformats.org/drawingml/2006/main">
              <a:ext uri="{FF2B5EF4-FFF2-40B4-BE49-F238E27FC236}">
                <a16:creationId xmlns:a16="http://schemas.microsoft.com/office/drawing/2014/main" id="{27DBD2D1-D5EB-4301-B458-C2B93165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386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8" name="fx-4-39">
            <a:extLst xmlns:a="http://schemas.openxmlformats.org/drawingml/2006/main">
              <a:ext uri="{FF2B5EF4-FFF2-40B4-BE49-F238E27FC236}">
                <a16:creationId xmlns:a16="http://schemas.microsoft.com/office/drawing/2014/main" id="{A78E7C95-577A-4D47-AB09-1359F2C2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871" y="4392738"/>
            <a:ext cx="79658" cy="64962"/>
          </a:xfrm>
          <a:custGeom xmlns:a="http://schemas.openxmlformats.org/drawingml/2006/main"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9" name="fx-4-40">
            <a:extLst xmlns:a="http://schemas.openxmlformats.org/drawingml/2006/main">
              <a:ext uri="{FF2B5EF4-FFF2-40B4-BE49-F238E27FC236}">
                <a16:creationId xmlns:a16="http://schemas.microsoft.com/office/drawing/2014/main" id="{9367CEE3-FCAD-4C39-9B62-F802653D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37271"/>
            <a:ext cx="1400175" cy="801529"/>
          </a:xfrm>
          <a:custGeom xmlns:a="http://schemas.openxmlformats.org/drawingml/2006/main">
            <a:pathLst>
              <a:path w="1400175" h="801529">
                <a:moveTo>
                  <a:pt x="0" y="0"/>
                </a:moveTo>
                <a:lnTo>
                  <a:pt x="518065" y="0"/>
                </a:lnTo>
                <a:lnTo>
                  <a:pt x="672084" y="141446"/>
                </a:lnTo>
                <a:lnTo>
                  <a:pt x="1400175" y="141446"/>
                </a:lnTo>
                <a:lnTo>
                  <a:pt x="1400175" y="801529"/>
                </a:lnTo>
                <a:lnTo>
                  <a:pt x="0" y="8015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0" name="fx-4-41">
            <a:extLst xmlns:a="http://schemas.openxmlformats.org/drawingml/2006/main">
              <a:ext uri="{FF2B5EF4-FFF2-40B4-BE49-F238E27FC236}">
                <a16:creationId xmlns:a16="http://schemas.microsoft.com/office/drawing/2014/main" id="{B8F5899F-D83E-4A2A-85BD-C6094400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838825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越积越多</a:t>
            </a:r>
          </a:p>
        </p:txBody>
      </p:sp>
    </p:spTree>
    <p:extLst>
      <p:ext uri="{BB962C8B-B14F-4D97-AF65-F5344CB8AC3E}">
        <p14:creationId xmlns:p14="http://schemas.microsoft.com/office/powerpoint/2010/main" val="852155759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2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2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2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44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47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2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0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2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3"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2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6" dur="1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59" dur="1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2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62" dur="1" fill="hold"/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2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65" dur="1" fill="hold"/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2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68" dur="1" fill="hold"/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2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71" dur="1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2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BFABE-3B99-49EE-ACA9-E988BE89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02 / 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D4CB8-8E4F-4D92-AB1C-8B4FBE73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一个工作空间，处理存量文件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9440F-6BA0-4251-B01B-056E4B4C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91AA9-126F-4CA9-88B1-62DD499A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压缩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4B186-3E49-416E-A394-3563F2B6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按文件类型选择处理策略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A034E-0135-4549-87B8-335B1B6E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归档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97933-EFE9-4CC9-80E9-B7CDE596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保留原件，整理压缩结果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19873-E0F3-4ED6-A7DC-549CFB10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ACD4B8"/>
                </a:solidFill>
                <a:latin typeface="Segoe UI"/>
                <a:ea typeface="Segoe UI"/>
                <a:cs typeface="Segoe UI"/>
              </a:rPr>
              <a:t>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33AD3-5F60-4DA9-9508-5DA6B83F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4352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自然语言调用已有业务工具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B6B88-5601-4FFD-A194-754B6A67A8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a021309db424a"/>
          <a:stretch xmlns:a="http://schemas.openxmlformats.org/drawingml/2006/main"/>
        </p:blipFill>
        <p:spPr>
          <a:xfrm xmlns:a="http://schemas.openxmlformats.org/drawingml/2006/main">
            <a:off x="4714875" y="2002036"/>
            <a:ext cx="6791325" cy="42445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81952"/>
      </p:ext>
    </p:extLst>
  </p:cSld>
  <p:transition spd="fast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A650A-4067-4261-B645-9BE781D3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03 / COMPRESSION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BDA0D-641E-4641-B69D-08A8BDA0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按文件类型选择压缩策略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1C88E-5A63-4799-87A7-2D90FF87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192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不同格式使用不同工具，统一检查输出与处理结果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C58BC-A6F5-4199-9AD6-B9C8C2E5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C84DA-B4F4-4F6B-AB74-280E6175B5EC}"/>
              </a:ext>
            </a:extLst>
          </p:cNvPr>
          <p:cNvGraphicFramePr/>
          <p:nvPr/>
        </p:nvGraphicFramePr>
        <p:xfrm>
          <a:off xmlns:a="http://schemas.openxmlformats.org/drawingml/2006/main" x="685800" y="250507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3810000"/>
                <a:gridCol w="5010150"/>
              </a:tblGrid>
              <a:tr h="6096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文件类型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采用与校验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</a:tr>
              <a:tr h="6096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FFmpeg + ab-av1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抽样评分选参，结构与解码检查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6096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Sharp + pngquant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方向、尺寸、透明度与元数据检查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6096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Ghostscript + qpdf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按档位处理并检查输出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6096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DOCX / PPTX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包内图片与视频压缩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完整文档校验，备份后原位发布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54DAD-55BE-4A31-A734-FA4C6219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媒体压缩目标是更小的有效输出；抽样评分不等于整片视觉无损保证</a:t>
            </a:r>
          </a:p>
        </p:txBody>
      </p:sp>
    </p:spTree>
    <p:extLst>
      <p:ext uri="{BB962C8B-B14F-4D97-AF65-F5344CB8AC3E}">
        <p14:creationId xmlns:p14="http://schemas.microsoft.com/office/powerpoint/2010/main" val="1818854832"/>
      </p:ext>
    </p:extLst>
  </p:cSld>
  <p:transition spd="fast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A227E9-5CE7-48DE-ABFE-8353D34D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04 / ARCHIVE &amp;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C4914-E3A3-4663-99F7-4BBEBAEF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原件与压缩结果，分别保留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D0D62-EF4F-4583-97A9-B74B0509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192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先检查输出，再分别管理完整原件与压缩副本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A1DCF-0C2E-446B-A02E-7EC06FA7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595C2-25E4-4C83-BF62-BE799124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备份与额外副本仍占空间，文件体积差额不等于磁盘实际释放量</a:t>
            </a:r>
          </a:p>
        </p:txBody>
      </p:sp>
      <p:sp>
        <p:nvSpPr>
          <p:cNvPr id="6" name="fx-1-42">
            <a:extLst xmlns:a="http://schemas.openxmlformats.org/drawingml/2006/main">
              <a:ext uri="{FF2B5EF4-FFF2-40B4-BE49-F238E27FC236}">
                <a16:creationId xmlns:a16="http://schemas.microsoft.com/office/drawing/2014/main" id="{3DA16AE9-9EAF-40C9-ACF8-82FD971F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723900" cy="952500"/>
          </a:xfrm>
          <a:custGeom xmlns:a="http://schemas.openxmlformats.org/drawingml/2006/main">
            <a:pathLst>
              <a:path w="723900" h="952500">
                <a:moveTo>
                  <a:pt x="0" y="0"/>
                </a:moveTo>
                <a:lnTo>
                  <a:pt x="514350" y="0"/>
                </a:lnTo>
                <a:lnTo>
                  <a:pt x="723900" y="209550"/>
                </a:lnTo>
                <a:lnTo>
                  <a:pt x="723900" y="952500"/>
                </a:lnTo>
                <a:lnTo>
                  <a:pt x="0" y="9525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7" name="fx-1-43">
            <a:extLst xmlns:a="http://schemas.openxmlformats.org/drawingml/2006/main">
              <a:ext uri="{FF2B5EF4-FFF2-40B4-BE49-F238E27FC236}">
                <a16:creationId xmlns:a16="http://schemas.microsoft.com/office/drawing/2014/main" id="{A8A3FBA6-4222-404E-A521-9A08B3A8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209550" cy="209550"/>
          </a:xfrm>
          <a:custGeom xmlns:a="http://schemas.openxmlformats.org/drawingml/2006/main">
            <a:pathLst>
              <a:path w="209550" h="209550">
                <a:moveTo>
                  <a:pt x="0" y="0"/>
                </a:moveTo>
                <a:lnTo>
                  <a:pt x="0" y="209550"/>
                </a:lnTo>
                <a:lnTo>
                  <a:pt x="20955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8" name="fx-1-44">
            <a:extLst xmlns:a="http://schemas.openxmlformats.org/drawingml/2006/main">
              <a:ext uri="{FF2B5EF4-FFF2-40B4-BE49-F238E27FC236}">
                <a16:creationId xmlns:a16="http://schemas.microsoft.com/office/drawing/2014/main" id="{AB0C1CF9-F471-4932-9BA3-EF4C09CB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" y="3248025"/>
            <a:ext cx="419862" cy="9525"/>
          </a:xfrm>
          <a:custGeom xmlns:a="http://schemas.openxmlformats.org/drawingml/2006/main">
            <a:pathLst>
              <a:path w="419862" h="9525">
                <a:moveTo>
                  <a:pt x="0" y="0"/>
                </a:moveTo>
                <a:lnTo>
                  <a:pt x="4198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9" name="fx-1-45">
            <a:extLst xmlns:a="http://schemas.openxmlformats.org/drawingml/2006/main">
              <a:ext uri="{FF2B5EF4-FFF2-40B4-BE49-F238E27FC236}">
                <a16:creationId xmlns:a16="http://schemas.microsoft.com/office/drawing/2014/main" id="{686F9D47-D90D-4C97-9CE1-393F50D2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" y="3381375"/>
            <a:ext cx="419862" cy="9525"/>
          </a:xfrm>
          <a:custGeom xmlns:a="http://schemas.openxmlformats.org/drawingml/2006/main">
            <a:pathLst>
              <a:path w="419862" h="9525">
                <a:moveTo>
                  <a:pt x="0" y="0"/>
                </a:moveTo>
                <a:lnTo>
                  <a:pt x="4198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0" name="fx-1-46">
            <a:extLst xmlns:a="http://schemas.openxmlformats.org/drawingml/2006/main">
              <a:ext uri="{FF2B5EF4-FFF2-40B4-BE49-F238E27FC236}">
                <a16:creationId xmlns:a16="http://schemas.microsoft.com/office/drawing/2014/main" id="{F69B0E1F-EA7C-435B-AEC3-0EA5E312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" y="3514725"/>
            <a:ext cx="419862" cy="9525"/>
          </a:xfrm>
          <a:custGeom xmlns:a="http://schemas.openxmlformats.org/drawingml/2006/main">
            <a:pathLst>
              <a:path w="419862" h="9525">
                <a:moveTo>
                  <a:pt x="0" y="0"/>
                </a:moveTo>
                <a:lnTo>
                  <a:pt x="4198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1" name="fx-1-47">
            <a:extLst xmlns:a="http://schemas.openxmlformats.org/drawingml/2006/main">
              <a:ext uri="{FF2B5EF4-FFF2-40B4-BE49-F238E27FC236}">
                <a16:creationId xmlns:a16="http://schemas.microsoft.com/office/drawing/2014/main" id="{106757F8-C172-49CD-8ACF-C8AAFCCB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输入文件</a:t>
            </a:r>
          </a:p>
        </p:txBody>
      </p:sp>
      <p:sp>
        <p:nvSpPr>
          <p:cNvPr id="12" name="fx-1-48">
            <a:extLst xmlns:a="http://schemas.openxmlformats.org/drawingml/2006/main">
              <a:ext uri="{FF2B5EF4-FFF2-40B4-BE49-F238E27FC236}">
                <a16:creationId xmlns:a16="http://schemas.microsoft.com/office/drawing/2014/main" id="{C9FE1B09-1166-499C-9D4C-1B7707FC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314700"/>
            <a:ext cx="1047750" cy="9525"/>
          </a:xfrm>
          <a:custGeom xmlns:a="http://schemas.openxmlformats.org/drawingml/2006/main"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3" name="fx-1-49">
            <a:extLst xmlns:a="http://schemas.openxmlformats.org/drawingml/2006/main">
              <a:ext uri="{FF2B5EF4-FFF2-40B4-BE49-F238E27FC236}">
                <a16:creationId xmlns:a16="http://schemas.microsoft.com/office/drawing/2014/main" id="{9F88B7FF-0945-48AF-ACA4-55418C11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763" y="3274871"/>
            <a:ext cx="64962" cy="79658"/>
          </a:xfrm>
          <a:custGeom xmlns:a="http://schemas.openxmlformats.org/drawingml/2006/main"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4" name="fx-2-50">
            <a:extLst xmlns:a="http://schemas.openxmlformats.org/drawingml/2006/main">
              <a:ext uri="{FF2B5EF4-FFF2-40B4-BE49-F238E27FC236}">
                <a16:creationId xmlns:a16="http://schemas.microsoft.com/office/drawing/2014/main" id="{175B79A1-3AD6-4053-BFBE-58D27F49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83992"/>
            <a:ext cx="9525" cy="585216"/>
          </a:xfrm>
          <a:custGeom xmlns:a="http://schemas.openxmlformats.org/drawingml/2006/main">
            <a:pathLst>
              <a:path w="9525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5" name="fx-2-51">
            <a:extLst xmlns:a="http://schemas.openxmlformats.org/drawingml/2006/main">
              <a:ext uri="{FF2B5EF4-FFF2-40B4-BE49-F238E27FC236}">
                <a16:creationId xmlns:a16="http://schemas.microsoft.com/office/drawing/2014/main" id="{5D7FBFA0-4402-431B-815C-D164B7C7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39440"/>
            <a:ext cx="347472" cy="9525"/>
          </a:xfrm>
          <a:custGeom xmlns:a="http://schemas.openxmlformats.org/drawingml/2006/main">
            <a:pathLst>
              <a:path w="347472" h="952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6" name="fx-2-52">
            <a:extLst xmlns:a="http://schemas.openxmlformats.org/drawingml/2006/main">
              <a:ext uri="{FF2B5EF4-FFF2-40B4-BE49-F238E27FC236}">
                <a16:creationId xmlns:a16="http://schemas.microsoft.com/office/drawing/2014/main" id="{EBA8C2FB-704C-410F-97E8-774D793F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710" y="3099611"/>
            <a:ext cx="64962" cy="79658"/>
          </a:xfrm>
          <a:custGeom xmlns:a="http://schemas.openxmlformats.org/drawingml/2006/main"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7" name="fx-2-53">
            <a:extLst xmlns:a="http://schemas.openxmlformats.org/drawingml/2006/main">
              <a:ext uri="{FF2B5EF4-FFF2-40B4-BE49-F238E27FC236}">
                <a16:creationId xmlns:a16="http://schemas.microsoft.com/office/drawing/2014/main" id="{1C19E375-043D-4F89-8442-0521B525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128" y="3413760"/>
            <a:ext cx="347472" cy="9525"/>
          </a:xfrm>
          <a:custGeom xmlns:a="http://schemas.openxmlformats.org/drawingml/2006/main">
            <a:pathLst>
              <a:path w="347472" h="9525">
                <a:moveTo>
                  <a:pt x="34747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8" name="fx-2-54">
            <a:extLst xmlns:a="http://schemas.openxmlformats.org/drawingml/2006/main">
              <a:ext uri="{FF2B5EF4-FFF2-40B4-BE49-F238E27FC236}">
                <a16:creationId xmlns:a16="http://schemas.microsoft.com/office/drawing/2014/main" id="{462C5E31-408F-498C-A292-2B7FF529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128" y="3373931"/>
            <a:ext cx="64962" cy="79658"/>
          </a:xfrm>
          <a:custGeom xmlns:a="http://schemas.openxmlformats.org/drawingml/2006/main">
            <a:pathLst>
              <a:path w="64962" h="79658">
                <a:moveTo>
                  <a:pt x="64962" y="0"/>
                </a:moveTo>
                <a:lnTo>
                  <a:pt x="0" y="39829"/>
                </a:lnTo>
                <a:lnTo>
                  <a:pt x="64962" y="79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9" name="fx-2-55">
            <a:extLst xmlns:a="http://schemas.openxmlformats.org/drawingml/2006/main">
              <a:ext uri="{FF2B5EF4-FFF2-40B4-BE49-F238E27FC236}">
                <a16:creationId xmlns:a16="http://schemas.microsoft.com/office/drawing/2014/main" id="{F4058DC4-03E3-47DE-99F4-1226CB21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压缩并校验</a:t>
            </a:r>
          </a:p>
        </p:txBody>
      </p:sp>
      <p:sp>
        <p:nvSpPr>
          <p:cNvPr id="20" name="fx-2-56">
            <a:extLst xmlns:a="http://schemas.openxmlformats.org/drawingml/2006/main">
              <a:ext uri="{FF2B5EF4-FFF2-40B4-BE49-F238E27FC236}">
                <a16:creationId xmlns:a16="http://schemas.microsoft.com/office/drawing/2014/main" id="{7066B184-B43C-43AA-A386-34C89713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14700"/>
            <a:ext cx="1504950" cy="9525"/>
          </a:xfrm>
          <a:custGeom xmlns:a="http://schemas.openxmlformats.org/drawingml/2006/main">
            <a:pathLst>
              <a:path w="1504950" h="9525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1" name="fx-2-57">
            <a:extLst xmlns:a="http://schemas.openxmlformats.org/drawingml/2006/main">
              <a:ext uri="{FF2B5EF4-FFF2-40B4-BE49-F238E27FC236}">
                <a16:creationId xmlns:a16="http://schemas.microsoft.com/office/drawing/2014/main" id="{56EAACD2-E08C-4323-82CA-561BF6E7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813" y="3274871"/>
            <a:ext cx="64962" cy="79658"/>
          </a:xfrm>
          <a:custGeom xmlns:a="http://schemas.openxmlformats.org/drawingml/2006/main"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2" name="fx-2-58">
            <a:extLst xmlns:a="http://schemas.openxmlformats.org/drawingml/2006/main">
              <a:ext uri="{FF2B5EF4-FFF2-40B4-BE49-F238E27FC236}">
                <a16:creationId xmlns:a16="http://schemas.microsoft.com/office/drawing/2014/main" id="{8C4F4D85-9DCA-4BD9-B51C-5E639D70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813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输出有效且变小</a:t>
            </a:r>
          </a:p>
        </p:txBody>
      </p:sp>
      <p:sp>
        <p:nvSpPr>
          <p:cNvPr id="23" name="fx-3-59">
            <a:extLst xmlns:a="http://schemas.openxmlformats.org/drawingml/2006/main">
              <a:ext uri="{FF2B5EF4-FFF2-40B4-BE49-F238E27FC236}">
                <a16:creationId xmlns:a16="http://schemas.microsoft.com/office/drawing/2014/main" id="{CFCF0FDD-1A6D-40F3-B685-BDF4C2B9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723900" cy="952500"/>
          </a:xfrm>
          <a:custGeom xmlns:a="http://schemas.openxmlformats.org/drawingml/2006/main">
            <a:pathLst>
              <a:path w="723900" h="952500">
                <a:moveTo>
                  <a:pt x="0" y="0"/>
                </a:moveTo>
                <a:lnTo>
                  <a:pt x="514350" y="0"/>
                </a:lnTo>
                <a:lnTo>
                  <a:pt x="723900" y="209550"/>
                </a:lnTo>
                <a:lnTo>
                  <a:pt x="723900" y="952500"/>
                </a:lnTo>
                <a:lnTo>
                  <a:pt x="0" y="9525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4" name="fx-3-60">
            <a:extLst xmlns:a="http://schemas.openxmlformats.org/drawingml/2006/main">
              <a:ext uri="{FF2B5EF4-FFF2-40B4-BE49-F238E27FC236}">
                <a16:creationId xmlns:a16="http://schemas.microsoft.com/office/drawing/2014/main" id="{E047789D-D4CC-405D-8528-6A89DE04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38450"/>
            <a:ext cx="209550" cy="209550"/>
          </a:xfrm>
          <a:custGeom xmlns:a="http://schemas.openxmlformats.org/drawingml/2006/main">
            <a:pathLst>
              <a:path w="209550" h="209550">
                <a:moveTo>
                  <a:pt x="0" y="0"/>
                </a:moveTo>
                <a:lnTo>
                  <a:pt x="0" y="209550"/>
                </a:lnTo>
                <a:lnTo>
                  <a:pt x="20955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5" name="fx-3-61">
            <a:extLst xmlns:a="http://schemas.openxmlformats.org/drawingml/2006/main">
              <a:ext uri="{FF2B5EF4-FFF2-40B4-BE49-F238E27FC236}">
                <a16:creationId xmlns:a16="http://schemas.microsoft.com/office/drawing/2014/main" id="{42CB5132-3AF2-4598-B248-0F4AC1EA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5808" y="3171825"/>
            <a:ext cx="100013" cy="1000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6" name="fx-3-62">
            <a:extLst xmlns:a="http://schemas.openxmlformats.org/drawingml/2006/main">
              <a:ext uri="{FF2B5EF4-FFF2-40B4-BE49-F238E27FC236}">
                <a16:creationId xmlns:a16="http://schemas.microsoft.com/office/drawing/2014/main" id="{C3E7C814-CF5D-49A9-920D-829698B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852" y="3295650"/>
            <a:ext cx="434340" cy="266700"/>
          </a:xfrm>
          <a:custGeom xmlns:a="http://schemas.openxmlformats.org/drawingml/2006/main">
            <a:pathLst>
              <a:path w="434340" h="266700">
                <a:moveTo>
                  <a:pt x="0" y="266700"/>
                </a:moveTo>
                <a:lnTo>
                  <a:pt x="173736" y="76200"/>
                </a:lnTo>
                <a:lnTo>
                  <a:pt x="275082" y="171450"/>
                </a:lnTo>
                <a:lnTo>
                  <a:pt x="4343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7" name="fx-3-63">
            <a:extLst xmlns:a="http://schemas.openxmlformats.org/drawingml/2006/main">
              <a:ext uri="{FF2B5EF4-FFF2-40B4-BE49-F238E27FC236}">
                <a16:creationId xmlns:a16="http://schemas.microsoft.com/office/drawing/2014/main" id="{2B89D4B9-C144-443A-8ECC-87E0EF3E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481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压缩输出</a:t>
            </a:r>
          </a:p>
        </p:txBody>
      </p:sp>
      <p:sp>
        <p:nvSpPr>
          <p:cNvPr id="28" name="fx-3-64">
            <a:extLst xmlns:a="http://schemas.openxmlformats.org/drawingml/2006/main">
              <a:ext uri="{FF2B5EF4-FFF2-40B4-BE49-F238E27FC236}">
                <a16:creationId xmlns:a16="http://schemas.microsoft.com/office/drawing/2014/main" id="{0C9E9480-6C80-4EB0-8C43-A5694D7F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314700"/>
            <a:ext cx="1533525" cy="9525"/>
          </a:xfrm>
          <a:custGeom xmlns:a="http://schemas.openxmlformats.org/drawingml/2006/main">
            <a:pathLst>
              <a:path w="1533525" h="9525">
                <a:moveTo>
                  <a:pt x="0" y="0"/>
                </a:moveTo>
                <a:lnTo>
                  <a:pt x="1533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9" name="fx-3-65">
            <a:extLst xmlns:a="http://schemas.openxmlformats.org/drawingml/2006/main">
              <a:ext uri="{FF2B5EF4-FFF2-40B4-BE49-F238E27FC236}">
                <a16:creationId xmlns:a16="http://schemas.microsoft.com/office/drawing/2014/main" id="{6863DD8D-37B2-477B-9CC3-BABBABA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588" y="3274871"/>
            <a:ext cx="64962" cy="79658"/>
          </a:xfrm>
          <a:custGeom xmlns:a="http://schemas.openxmlformats.org/drawingml/2006/main"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30" name="fx-3-66">
            <a:extLst xmlns:a="http://schemas.openxmlformats.org/drawingml/2006/main">
              <a:ext uri="{FF2B5EF4-FFF2-40B4-BE49-F238E27FC236}">
                <a16:creationId xmlns:a16="http://schemas.microsoft.com/office/drawing/2014/main" id="{2981690C-08CB-4600-AE54-7C4174EC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按需复制与校验</a:t>
            </a:r>
          </a:p>
        </p:txBody>
      </p:sp>
      <p:sp>
        <p:nvSpPr>
          <p:cNvPr id="31" name="fx-3-67">
            <a:extLst xmlns:a="http://schemas.openxmlformats.org/drawingml/2006/main">
              <a:ext uri="{FF2B5EF4-FFF2-40B4-BE49-F238E27FC236}">
                <a16:creationId xmlns:a16="http://schemas.microsoft.com/office/drawing/2014/main" id="{6C00F91A-A35B-416F-97F1-EF6411C1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69514"/>
            <a:ext cx="1085850" cy="186690"/>
          </a:xfrm>
          <a:prstGeom xmlns:a="http://schemas.openxmlformats.org/drawingml/2006/main" prst="roundRect">
            <a:avLst>
              <a:gd name="adj" fmla="val 1530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2" name="fx-3-68">
            <a:extLst xmlns:a="http://schemas.openxmlformats.org/drawingml/2006/main">
              <a:ext uri="{FF2B5EF4-FFF2-40B4-BE49-F238E27FC236}">
                <a16:creationId xmlns:a16="http://schemas.microsoft.com/office/drawing/2014/main" id="{7736A336-8A4D-482F-A81B-69EB6B5B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5718" y="3156204"/>
            <a:ext cx="912114" cy="634746"/>
          </a:xfrm>
          <a:custGeom xmlns:a="http://schemas.openxmlformats.org/drawingml/2006/main">
            <a:pathLst>
              <a:path w="912114" h="634746">
                <a:moveTo>
                  <a:pt x="0" y="0"/>
                </a:moveTo>
                <a:lnTo>
                  <a:pt x="0" y="634746"/>
                </a:lnTo>
                <a:lnTo>
                  <a:pt x="912114" y="634746"/>
                </a:lnTo>
                <a:lnTo>
                  <a:pt x="9121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3" name="fx-3-69">
            <a:extLst xmlns:a="http://schemas.openxmlformats.org/drawingml/2006/main">
              <a:ext uri="{FF2B5EF4-FFF2-40B4-BE49-F238E27FC236}">
                <a16:creationId xmlns:a16="http://schemas.microsoft.com/office/drawing/2014/main" id="{7A5FCA51-DF14-4337-AF8E-752825F7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473" y="3398901"/>
            <a:ext cx="260604" cy="9525"/>
          </a:xfrm>
          <a:custGeom xmlns:a="http://schemas.openxmlformats.org/drawingml/2006/main">
            <a:pathLst>
              <a:path w="260604" h="9525">
                <a:moveTo>
                  <a:pt x="0" y="0"/>
                </a:moveTo>
                <a:lnTo>
                  <a:pt x="2606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CD4B8"/>
            </a:solidFill>
          </a:ln>
        </p:spPr>
      </p:sp>
      <p:sp>
        <p:nvSpPr>
          <p:cNvPr id="34" name="fx-3-70">
            <a:extLst xmlns:a="http://schemas.openxmlformats.org/drawingml/2006/main">
              <a:ext uri="{FF2B5EF4-FFF2-40B4-BE49-F238E27FC236}">
                <a16:creationId xmlns:a16="http://schemas.microsoft.com/office/drawing/2014/main" id="{E7A94C62-CB5E-432F-9480-7B349B81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04812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Archive</a:t>
            </a:r>
          </a:p>
        </p:txBody>
      </p:sp>
      <p:sp>
        <p:nvSpPr>
          <p:cNvPr id="35" name="fx-4-71">
            <a:extLst xmlns:a="http://schemas.openxmlformats.org/drawingml/2006/main">
              <a:ext uri="{FF2B5EF4-FFF2-40B4-BE49-F238E27FC236}">
                <a16:creationId xmlns:a16="http://schemas.microsoft.com/office/drawing/2014/main" id="{D17D0D2C-9DA3-4502-980B-A9BBF223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67225"/>
            <a:ext cx="1704975" cy="504825"/>
          </a:xfrm>
          <a:custGeom xmlns:a="http://schemas.openxmlformats.org/drawingml/2006/main">
            <a:pathLst>
              <a:path w="1704975" h="504825">
                <a:moveTo>
                  <a:pt x="0" y="0"/>
                </a:moveTo>
                <a:lnTo>
                  <a:pt x="0" y="504825"/>
                </a:lnTo>
                <a:lnTo>
                  <a:pt x="1704975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36" name="fx-4-72">
            <a:extLst xmlns:a="http://schemas.openxmlformats.org/drawingml/2006/main">
              <a:ext uri="{FF2B5EF4-FFF2-40B4-BE49-F238E27FC236}">
                <a16:creationId xmlns:a16="http://schemas.microsoft.com/office/drawing/2014/main" id="{92702960-5D58-4771-98A6-30FF3CAC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72050"/>
            <a:ext cx="314325" cy="9525"/>
          </a:xfrm>
          <a:custGeom xmlns:a="http://schemas.openxmlformats.org/drawingml/2006/main"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37" name="fx-4-73">
            <a:extLst xmlns:a="http://schemas.openxmlformats.org/drawingml/2006/main">
              <a:ext uri="{FF2B5EF4-FFF2-40B4-BE49-F238E27FC236}">
                <a16:creationId xmlns:a16="http://schemas.microsoft.com/office/drawing/2014/main" id="{E4BFDED0-D7DD-4A57-9C6E-969829EA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738" y="4932221"/>
            <a:ext cx="64962" cy="79658"/>
          </a:xfrm>
          <a:custGeom xmlns:a="http://schemas.openxmlformats.org/drawingml/2006/main"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38" name="fx-4-74">
            <a:extLst xmlns:a="http://schemas.openxmlformats.org/drawingml/2006/main">
              <a:ext uri="{FF2B5EF4-FFF2-40B4-BE49-F238E27FC236}">
                <a16:creationId xmlns:a16="http://schemas.microsoft.com/office/drawing/2014/main" id="{D2FBA644-9432-4216-88BA-B155AAC3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1533"/>
            <a:ext cx="1076325" cy="663892"/>
          </a:xfrm>
          <a:custGeom xmlns:a="http://schemas.openxmlformats.org/drawingml/2006/main">
            <a:pathLst>
              <a:path w="1076325" h="663892">
                <a:moveTo>
                  <a:pt x="0" y="0"/>
                </a:moveTo>
                <a:lnTo>
                  <a:pt x="398240" y="0"/>
                </a:lnTo>
                <a:lnTo>
                  <a:pt x="516636" y="117158"/>
                </a:lnTo>
                <a:lnTo>
                  <a:pt x="1076325" y="117158"/>
                </a:lnTo>
                <a:lnTo>
                  <a:pt x="1076325" y="663892"/>
                </a:lnTo>
                <a:lnTo>
                  <a:pt x="0" y="6638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9" name="fx-4-75">
            <a:extLst xmlns:a="http://schemas.openxmlformats.org/drawingml/2006/main">
              <a:ext uri="{FF2B5EF4-FFF2-40B4-BE49-F238E27FC236}">
                <a16:creationId xmlns:a16="http://schemas.microsoft.com/office/drawing/2014/main" id="{43C81208-0E71-47F6-AB49-A8069941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7202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完整原件 → Backup</a:t>
            </a:r>
          </a:p>
        </p:txBody>
      </p:sp>
      <p:sp>
        <p:nvSpPr>
          <p:cNvPr id="40" name="fx-4-76">
            <a:extLst xmlns:a="http://schemas.openxmlformats.org/drawingml/2006/main">
              <a:ext uri="{FF2B5EF4-FFF2-40B4-BE49-F238E27FC236}">
                <a16:creationId xmlns:a16="http://schemas.microsoft.com/office/drawing/2014/main" id="{2F65FAF3-F503-4BC1-9BE9-4A0D8579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292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无收益时，原件保持原位</a:t>
            </a:r>
          </a:p>
        </p:txBody>
      </p:sp>
    </p:spTree>
    <p:extLst>
      <p:ext uri="{BB962C8B-B14F-4D97-AF65-F5344CB8AC3E}">
        <p14:creationId xmlns:p14="http://schemas.microsoft.com/office/powerpoint/2010/main" val="144709573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2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2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2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2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2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44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47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50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53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2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6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2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9"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2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62" dur="1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65" dur="1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2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68" dur="1" fill="hold"/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2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71" dur="1" fill="hold"/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2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74" dur="1" fill="hold"/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2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77" dur="1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2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80" dur="1" fill="hold"/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83" dur="1" fill="hold"/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32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86" dur="1" fill="hold"/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3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89" dur="1" fill="hold"/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3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92" dur="1" fill="hold"/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32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95" dur="1" fill="hold"/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32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98" dur="1" fill="hold"/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32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101" dur="1" fill="hold"/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3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104" dur="1" fill="hold"/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320" fill="hold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107" dur="1" fill="hold"/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320" fill="hold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5D666-4EEE-4482-B3D3-698A223C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05 / APFS DEDUPLICATION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D5301-5AC9-4423-A39D-B9186434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19225"/>
            <a:ext cx="657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保留路径，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10B24-44B3-439D-8C35-62F3DCA5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657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共享重复内容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98475-BC62-49D5-91C6-10060E29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只读检测 → 明确授权 → 克隆替换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A3AC9-4F34-4625-97BA-66C65096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638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路径保留，后续修改互不影响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1BDEC-A952-4C1B-82B9-CD139330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647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macOS 13+ / Apple Silicon / 同一 APFS 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37FD4-0EB4-412F-B9C0-4E5BA38A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实际空间收益需结合快照与共享块实测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5638A-CF41-478D-8F76-C9C710EF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9" name="fx-1-77">
            <a:extLst xmlns:a="http://schemas.openxmlformats.org/drawingml/2006/main">
              <a:ext uri="{FF2B5EF4-FFF2-40B4-BE49-F238E27FC236}">
                <a16:creationId xmlns:a16="http://schemas.microsoft.com/office/drawing/2014/main" id="{33317FB8-5B3D-4481-87B8-F6451137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71700"/>
            <a:ext cx="796290" cy="1047750"/>
          </a:xfrm>
          <a:custGeom xmlns:a="http://schemas.openxmlformats.org/drawingml/2006/main">
            <a:pathLst>
              <a:path w="796290" h="1047750">
                <a:moveTo>
                  <a:pt x="0" y="0"/>
                </a:moveTo>
                <a:lnTo>
                  <a:pt x="565785" y="0"/>
                </a:lnTo>
                <a:lnTo>
                  <a:pt x="796290" y="230505"/>
                </a:lnTo>
                <a:lnTo>
                  <a:pt x="796290" y="1047750"/>
                </a:lnTo>
                <a:lnTo>
                  <a:pt x="0" y="10477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0" name="fx-1-78">
            <a:extLst xmlns:a="http://schemas.openxmlformats.org/drawingml/2006/main">
              <a:ext uri="{FF2B5EF4-FFF2-40B4-BE49-F238E27FC236}">
                <a16:creationId xmlns:a16="http://schemas.microsoft.com/office/drawing/2014/main" id="{565177D5-1667-44FA-BAF3-9E28A9BE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6310" y="2171700"/>
            <a:ext cx="230505" cy="230505"/>
          </a:xfrm>
          <a:custGeom xmlns:a="http://schemas.openxmlformats.org/drawingml/2006/main">
            <a:pathLst>
              <a:path w="230505" h="230505">
                <a:moveTo>
                  <a:pt x="0" y="0"/>
                </a:moveTo>
                <a:lnTo>
                  <a:pt x="0" y="230505"/>
                </a:lnTo>
                <a:lnTo>
                  <a:pt x="230505" y="2305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1" name="fx-1-79">
            <a:extLst xmlns:a="http://schemas.openxmlformats.org/drawingml/2006/main">
              <a:ext uri="{FF2B5EF4-FFF2-40B4-BE49-F238E27FC236}">
                <a16:creationId xmlns:a16="http://schemas.microsoft.com/office/drawing/2014/main" id="{24C33427-2DDB-4809-A3AB-1967BA42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783" y="2622233"/>
            <a:ext cx="461848" cy="9525"/>
          </a:xfrm>
          <a:custGeom xmlns:a="http://schemas.openxmlformats.org/drawingml/2006/main">
            <a:pathLst>
              <a:path w="461848" h="9525">
                <a:moveTo>
                  <a:pt x="0" y="0"/>
                </a:moveTo>
                <a:lnTo>
                  <a:pt x="461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2" name="fx-1-80">
            <a:extLst xmlns:a="http://schemas.openxmlformats.org/drawingml/2006/main">
              <a:ext uri="{FF2B5EF4-FFF2-40B4-BE49-F238E27FC236}">
                <a16:creationId xmlns:a16="http://schemas.microsoft.com/office/drawing/2014/main" id="{B93854FD-4B34-48E8-BFB9-44A4B727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783" y="2768918"/>
            <a:ext cx="461848" cy="9525"/>
          </a:xfrm>
          <a:custGeom xmlns:a="http://schemas.openxmlformats.org/drawingml/2006/main">
            <a:pathLst>
              <a:path w="461848" h="9525">
                <a:moveTo>
                  <a:pt x="0" y="0"/>
                </a:moveTo>
                <a:lnTo>
                  <a:pt x="461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3" name="fx-1-81">
            <a:extLst xmlns:a="http://schemas.openxmlformats.org/drawingml/2006/main">
              <a:ext uri="{FF2B5EF4-FFF2-40B4-BE49-F238E27FC236}">
                <a16:creationId xmlns:a16="http://schemas.microsoft.com/office/drawing/2014/main" id="{79BEC99C-089E-4316-A398-9DBDCAFD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783" y="2915603"/>
            <a:ext cx="461848" cy="9525"/>
          </a:xfrm>
          <a:custGeom xmlns:a="http://schemas.openxmlformats.org/drawingml/2006/main">
            <a:pathLst>
              <a:path w="461848" h="9525">
                <a:moveTo>
                  <a:pt x="0" y="0"/>
                </a:moveTo>
                <a:lnTo>
                  <a:pt x="461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4" name="fx-1-82">
            <a:extLst xmlns:a="http://schemas.openxmlformats.org/drawingml/2006/main">
              <a:ext uri="{FF2B5EF4-FFF2-40B4-BE49-F238E27FC236}">
                <a16:creationId xmlns:a16="http://schemas.microsoft.com/office/drawing/2014/main" id="{9EBA8D07-D5E9-4023-8A25-F9F8E7D5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1552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路径 A</a:t>
            </a:r>
          </a:p>
        </p:txBody>
      </p:sp>
      <p:sp>
        <p:nvSpPr>
          <p:cNvPr id="15" name="fx-1-83">
            <a:extLst xmlns:a="http://schemas.openxmlformats.org/drawingml/2006/main">
              <a:ext uri="{FF2B5EF4-FFF2-40B4-BE49-F238E27FC236}">
                <a16:creationId xmlns:a16="http://schemas.microsoft.com/office/drawing/2014/main" id="{23241389-0219-4CD7-B4E6-77E1A393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71700"/>
            <a:ext cx="796290" cy="1047750"/>
          </a:xfrm>
          <a:custGeom xmlns:a="http://schemas.openxmlformats.org/drawingml/2006/main">
            <a:pathLst>
              <a:path w="796290" h="1047750">
                <a:moveTo>
                  <a:pt x="0" y="0"/>
                </a:moveTo>
                <a:lnTo>
                  <a:pt x="565785" y="0"/>
                </a:lnTo>
                <a:lnTo>
                  <a:pt x="796290" y="230505"/>
                </a:lnTo>
                <a:lnTo>
                  <a:pt x="796290" y="1047750"/>
                </a:lnTo>
                <a:lnTo>
                  <a:pt x="0" y="10477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6" name="fx-1-84">
            <a:extLst xmlns:a="http://schemas.openxmlformats.org/drawingml/2006/main">
              <a:ext uri="{FF2B5EF4-FFF2-40B4-BE49-F238E27FC236}">
                <a16:creationId xmlns:a16="http://schemas.microsoft.com/office/drawing/2014/main" id="{99CDEF02-5D3C-400E-8CEF-D7896768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785" y="2171700"/>
            <a:ext cx="230505" cy="230505"/>
          </a:xfrm>
          <a:custGeom xmlns:a="http://schemas.openxmlformats.org/drawingml/2006/main">
            <a:pathLst>
              <a:path w="230505" h="230505">
                <a:moveTo>
                  <a:pt x="0" y="0"/>
                </a:moveTo>
                <a:lnTo>
                  <a:pt x="0" y="230505"/>
                </a:lnTo>
                <a:lnTo>
                  <a:pt x="230505" y="2305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7" name="fx-1-85">
            <a:extLst xmlns:a="http://schemas.openxmlformats.org/drawingml/2006/main">
              <a:ext uri="{FF2B5EF4-FFF2-40B4-BE49-F238E27FC236}">
                <a16:creationId xmlns:a16="http://schemas.microsoft.com/office/drawing/2014/main" id="{1F50FFDC-31B2-4D1B-BC8C-98085BD3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258" y="2622233"/>
            <a:ext cx="461848" cy="9525"/>
          </a:xfrm>
          <a:custGeom xmlns:a="http://schemas.openxmlformats.org/drawingml/2006/main">
            <a:pathLst>
              <a:path w="461848" h="9525">
                <a:moveTo>
                  <a:pt x="0" y="0"/>
                </a:moveTo>
                <a:lnTo>
                  <a:pt x="461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8" name="fx-1-86">
            <a:extLst xmlns:a="http://schemas.openxmlformats.org/drawingml/2006/main">
              <a:ext uri="{FF2B5EF4-FFF2-40B4-BE49-F238E27FC236}">
                <a16:creationId xmlns:a16="http://schemas.microsoft.com/office/drawing/2014/main" id="{28DC1FCB-A657-4AF7-8124-80985D82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258" y="2768918"/>
            <a:ext cx="461848" cy="9525"/>
          </a:xfrm>
          <a:custGeom xmlns:a="http://schemas.openxmlformats.org/drawingml/2006/main">
            <a:pathLst>
              <a:path w="461848" h="9525">
                <a:moveTo>
                  <a:pt x="0" y="0"/>
                </a:moveTo>
                <a:lnTo>
                  <a:pt x="461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9" name="fx-1-87">
            <a:extLst xmlns:a="http://schemas.openxmlformats.org/drawingml/2006/main">
              <a:ext uri="{FF2B5EF4-FFF2-40B4-BE49-F238E27FC236}">
                <a16:creationId xmlns:a16="http://schemas.microsoft.com/office/drawing/2014/main" id="{16689C0C-1771-47B4-B567-5D31243B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258" y="2915603"/>
            <a:ext cx="461848" cy="9525"/>
          </a:xfrm>
          <a:custGeom xmlns:a="http://schemas.openxmlformats.org/drawingml/2006/main">
            <a:pathLst>
              <a:path w="461848" h="9525">
                <a:moveTo>
                  <a:pt x="0" y="0"/>
                </a:moveTo>
                <a:lnTo>
                  <a:pt x="461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0" name="fx-1-88">
            <a:extLst xmlns:a="http://schemas.openxmlformats.org/drawingml/2006/main">
              <a:ext uri="{FF2B5EF4-FFF2-40B4-BE49-F238E27FC236}">
                <a16:creationId xmlns:a16="http://schemas.microsoft.com/office/drawing/2014/main" id="{3823A9C4-1FD9-4722-8875-B04B8983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409950"/>
            <a:ext cx="1552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路径 B</a:t>
            </a:r>
          </a:p>
        </p:txBody>
      </p:sp>
      <p:sp>
        <p:nvSpPr>
          <p:cNvPr id="21" name="fx-2-89">
            <a:extLst xmlns:a="http://schemas.openxmlformats.org/drawingml/2006/main">
              <a:ext uri="{FF2B5EF4-FFF2-40B4-BE49-F238E27FC236}">
                <a16:creationId xmlns:a16="http://schemas.microsoft.com/office/drawing/2014/main" id="{02BDB361-4EE5-44D6-9934-EFF21C18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962400"/>
            <a:ext cx="2276475" cy="428625"/>
          </a:xfrm>
          <a:custGeom xmlns:a="http://schemas.openxmlformats.org/drawingml/2006/main">
            <a:pathLst>
              <a:path w="2276475" h="428625">
                <a:moveTo>
                  <a:pt x="0" y="0"/>
                </a:moveTo>
                <a:lnTo>
                  <a:pt x="0" y="428625"/>
                </a:lnTo>
                <a:lnTo>
                  <a:pt x="2276475" y="428625"/>
                </a:lnTo>
                <a:lnTo>
                  <a:pt x="2276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2" name="fx-2-90">
            <a:extLst xmlns:a="http://schemas.openxmlformats.org/drawingml/2006/main">
              <a:ext uri="{FF2B5EF4-FFF2-40B4-BE49-F238E27FC236}">
                <a16:creationId xmlns:a16="http://schemas.microsoft.com/office/drawing/2014/main" id="{A674231D-134E-41EB-934A-C15A78D5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91025"/>
            <a:ext cx="9525" cy="466725"/>
          </a:xfrm>
          <a:custGeom xmlns:a="http://schemas.openxmlformats.org/drawingml/2006/main"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3" name="fx-2-91">
            <a:extLst xmlns:a="http://schemas.openxmlformats.org/drawingml/2006/main">
              <a:ext uri="{FF2B5EF4-FFF2-40B4-BE49-F238E27FC236}">
                <a16:creationId xmlns:a16="http://schemas.microsoft.com/office/drawing/2014/main" id="{B292FD57-AF2E-4A09-9510-C543068C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221" y="4792788"/>
            <a:ext cx="79658" cy="64962"/>
          </a:xfrm>
          <a:custGeom xmlns:a="http://schemas.openxmlformats.org/drawingml/2006/main"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4" name="fx-3-92">
            <a:extLst xmlns:a="http://schemas.openxmlformats.org/drawingml/2006/main">
              <a:ext uri="{FF2B5EF4-FFF2-40B4-BE49-F238E27FC236}">
                <a16:creationId xmlns:a16="http://schemas.microsoft.com/office/drawing/2014/main" id="{25589226-955A-49CD-A31E-B69A7525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14925"/>
            <a:ext cx="33718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4241C"/>
          </a:solidFill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5" name="fx-3-93">
            <a:extLst xmlns:a="http://schemas.openxmlformats.org/drawingml/2006/main">
              <a:ext uri="{FF2B5EF4-FFF2-40B4-BE49-F238E27FC236}">
                <a16:creationId xmlns:a16="http://schemas.microsoft.com/office/drawing/2014/main" id="{8160AD31-446F-41DF-AAB0-D7FC38CF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同一份底层内容</a:t>
            </a:r>
          </a:p>
        </p:txBody>
      </p:sp>
    </p:spTree>
    <p:extLst>
      <p:ext uri="{BB962C8B-B14F-4D97-AF65-F5344CB8AC3E}">
        <p14:creationId xmlns:p14="http://schemas.microsoft.com/office/powerpoint/2010/main" val="728187807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2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2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44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2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47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2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0"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2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3" dur="1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50CE3C-22D4-4E11-A166-FD606225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06 / AGENT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36064-8902-499C-95E2-20CE0A13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Agent 串联检查、方案与执行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95E91-BB55-49E2-965B-7A001BAD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DB756-2F09-461D-9871-F57941EB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用户指令示例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8AFDD-89AE-4292-852D-FFEFAE62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500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“先检查这个文件夹，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962EB-17F0-4D54-B534-09497C9A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500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给我压缩与去重方案，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3CD6B-E97D-4E8C-8AFD-759A7DE8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500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确认后再执行。”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F674C-58E8-44DC-B9F9-02A4C1413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8e1a897cb4d0c"/>
          <a:stretch xmlns:a="http://schemas.openxmlformats.org/drawingml/2006/main"/>
        </p:blipFill>
        <p:spPr>
          <a:xfrm xmlns:a="http://schemas.openxmlformats.org/drawingml/2006/main">
            <a:off x="6569743" y="1885950"/>
            <a:ext cx="4253163" cy="28860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52D8E-4595-4F0B-9DCA-3A9B7C27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真实模型行为待联测；本地处理文件，模型对话可能联网</a:t>
            </a:r>
          </a:p>
        </p:txBody>
      </p:sp>
      <p:sp>
        <p:nvSpPr>
          <p:cNvPr id="10" name="fx-1-94">
            <a:extLst xmlns:a="http://schemas.openxmlformats.org/drawingml/2006/main">
              <a:ext uri="{FF2B5EF4-FFF2-40B4-BE49-F238E27FC236}">
                <a16:creationId xmlns:a16="http://schemas.microsoft.com/office/drawing/2014/main" id="{AE3CC5C4-F1DD-4D1C-8CD8-76E15076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38725"/>
            <a:ext cx="358331" cy="35833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CD4B8"/>
            </a:solidFill>
          </a:ln>
        </p:spPr>
      </p:sp>
      <p:sp>
        <p:nvSpPr>
          <p:cNvPr id="11" name="fx-1-95">
            <a:extLst xmlns:a="http://schemas.openxmlformats.org/drawingml/2006/main">
              <a:ext uri="{FF2B5EF4-FFF2-40B4-BE49-F238E27FC236}">
                <a16:creationId xmlns:a16="http://schemas.microsoft.com/office/drawing/2014/main" id="{1E2C5899-7411-4FF9-9399-109C0ABA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667" y="5348192"/>
            <a:ext cx="184594" cy="184594"/>
          </a:xfrm>
          <a:custGeom xmlns:a="http://schemas.openxmlformats.org/drawingml/2006/main">
            <a:pathLst>
              <a:path w="184594" h="184594">
                <a:moveTo>
                  <a:pt x="0" y="0"/>
                </a:moveTo>
                <a:lnTo>
                  <a:pt x="184594" y="18459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CD4B8"/>
            </a:solidFill>
          </a:ln>
        </p:spPr>
      </p:sp>
      <p:sp>
        <p:nvSpPr>
          <p:cNvPr id="12" name="fx-1-96">
            <a:extLst xmlns:a="http://schemas.openxmlformats.org/drawingml/2006/main">
              <a:ext uri="{FF2B5EF4-FFF2-40B4-BE49-F238E27FC236}">
                <a16:creationId xmlns:a16="http://schemas.microsoft.com/office/drawing/2014/main" id="{74F90806-FCEC-4255-8F21-3C61B148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054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13" name="fx-1-97">
            <a:extLst xmlns:a="http://schemas.openxmlformats.org/drawingml/2006/main">
              <a:ext uri="{FF2B5EF4-FFF2-40B4-BE49-F238E27FC236}">
                <a16:creationId xmlns:a16="http://schemas.microsoft.com/office/drawing/2014/main" id="{83C75131-4A23-4784-8715-D1BA7C56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334000"/>
            <a:ext cx="657225" cy="9525"/>
          </a:xfrm>
          <a:custGeom xmlns:a="http://schemas.openxmlformats.org/drawingml/2006/main">
            <a:pathLst>
              <a:path w="657225" h="952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4" name="fx-1-98">
            <a:extLst xmlns:a="http://schemas.openxmlformats.org/drawingml/2006/main">
              <a:ext uri="{FF2B5EF4-FFF2-40B4-BE49-F238E27FC236}">
                <a16:creationId xmlns:a16="http://schemas.microsoft.com/office/drawing/2014/main" id="{4D2592F6-3655-485D-BCFA-27BC09B3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488" y="5294171"/>
            <a:ext cx="64962" cy="79658"/>
          </a:xfrm>
          <a:custGeom xmlns:a="http://schemas.openxmlformats.org/drawingml/2006/main"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5" name="fx-2-99">
            <a:extLst xmlns:a="http://schemas.openxmlformats.org/drawingml/2006/main">
              <a:ext uri="{FF2B5EF4-FFF2-40B4-BE49-F238E27FC236}">
                <a16:creationId xmlns:a16="http://schemas.microsoft.com/office/drawing/2014/main" id="{4A4D6CD4-0523-4FCF-8153-AC2FCFE0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38725"/>
            <a:ext cx="412623" cy="542925"/>
          </a:xfrm>
          <a:custGeom xmlns:a="http://schemas.openxmlformats.org/drawingml/2006/main">
            <a:pathLst>
              <a:path w="412623" h="542925">
                <a:moveTo>
                  <a:pt x="0" y="0"/>
                </a:moveTo>
                <a:lnTo>
                  <a:pt x="293179" y="0"/>
                </a:lnTo>
                <a:lnTo>
                  <a:pt x="412623" y="119443"/>
                </a:lnTo>
                <a:lnTo>
                  <a:pt x="412623" y="542925"/>
                </a:lnTo>
                <a:lnTo>
                  <a:pt x="0" y="5429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6" name="fx-2-100">
            <a:extLst xmlns:a="http://schemas.openxmlformats.org/drawingml/2006/main">
              <a:ext uri="{FF2B5EF4-FFF2-40B4-BE49-F238E27FC236}">
                <a16:creationId xmlns:a16="http://schemas.microsoft.com/office/drawing/2014/main" id="{A465B962-E688-4B44-87E8-7DD05E4E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129" y="5038725"/>
            <a:ext cx="119444" cy="119443"/>
          </a:xfrm>
          <a:custGeom xmlns:a="http://schemas.openxmlformats.org/drawingml/2006/main">
            <a:pathLst>
              <a:path w="119444" h="119443">
                <a:moveTo>
                  <a:pt x="0" y="0"/>
                </a:moveTo>
                <a:lnTo>
                  <a:pt x="0" y="119443"/>
                </a:lnTo>
                <a:lnTo>
                  <a:pt x="119444" y="11944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7" name="fx-2-101">
            <a:extLst xmlns:a="http://schemas.openxmlformats.org/drawingml/2006/main">
              <a:ext uri="{FF2B5EF4-FFF2-40B4-BE49-F238E27FC236}">
                <a16:creationId xmlns:a16="http://schemas.microsoft.com/office/drawing/2014/main" id="{E5B878F7-B85B-478D-BDF8-63AE097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475" y="5272183"/>
            <a:ext cx="239321" cy="9525"/>
          </a:xfrm>
          <a:custGeom xmlns:a="http://schemas.openxmlformats.org/drawingml/2006/main">
            <a:pathLst>
              <a:path w="239321" h="9525">
                <a:moveTo>
                  <a:pt x="0" y="0"/>
                </a:moveTo>
                <a:lnTo>
                  <a:pt x="2393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8" name="fx-2-102">
            <a:extLst xmlns:a="http://schemas.openxmlformats.org/drawingml/2006/main">
              <a:ext uri="{FF2B5EF4-FFF2-40B4-BE49-F238E27FC236}">
                <a16:creationId xmlns:a16="http://schemas.microsoft.com/office/drawing/2014/main" id="{92C69084-BDE9-4382-A477-EF1858A6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475" y="5348192"/>
            <a:ext cx="239321" cy="9525"/>
          </a:xfrm>
          <a:custGeom xmlns:a="http://schemas.openxmlformats.org/drawingml/2006/main">
            <a:pathLst>
              <a:path w="239321" h="9525">
                <a:moveTo>
                  <a:pt x="0" y="0"/>
                </a:moveTo>
                <a:lnTo>
                  <a:pt x="2393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9" name="fx-2-103">
            <a:extLst xmlns:a="http://schemas.openxmlformats.org/drawingml/2006/main">
              <a:ext uri="{FF2B5EF4-FFF2-40B4-BE49-F238E27FC236}">
                <a16:creationId xmlns:a16="http://schemas.microsoft.com/office/drawing/2014/main" id="{8B888BF4-521E-44ED-8AC2-ACD96C8A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475" y="5424202"/>
            <a:ext cx="239321" cy="9525"/>
          </a:xfrm>
          <a:custGeom xmlns:a="http://schemas.openxmlformats.org/drawingml/2006/main">
            <a:pathLst>
              <a:path w="239321" h="9525">
                <a:moveTo>
                  <a:pt x="0" y="0"/>
                </a:moveTo>
                <a:lnTo>
                  <a:pt x="2393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0" name="fx-2-104">
            <a:extLst xmlns:a="http://schemas.openxmlformats.org/drawingml/2006/main">
              <a:ext uri="{FF2B5EF4-FFF2-40B4-BE49-F238E27FC236}">
                <a16:creationId xmlns:a16="http://schemas.microsoft.com/office/drawing/2014/main" id="{06E3E2AE-3101-43FF-89AB-A8F000F0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7054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21" name="fx-2-105">
            <a:extLst xmlns:a="http://schemas.openxmlformats.org/drawingml/2006/main">
              <a:ext uri="{FF2B5EF4-FFF2-40B4-BE49-F238E27FC236}">
                <a16:creationId xmlns:a16="http://schemas.microsoft.com/office/drawing/2014/main" id="{061CF940-15A2-40BC-976F-89C89518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334000"/>
            <a:ext cx="657225" cy="9525"/>
          </a:xfrm>
          <a:custGeom xmlns:a="http://schemas.openxmlformats.org/drawingml/2006/main">
            <a:pathLst>
              <a:path w="657225" h="952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2" name="fx-2-106">
            <a:extLst xmlns:a="http://schemas.openxmlformats.org/drawingml/2006/main">
              <a:ext uri="{FF2B5EF4-FFF2-40B4-BE49-F238E27FC236}">
                <a16:creationId xmlns:a16="http://schemas.microsoft.com/office/drawing/2014/main" id="{C2838480-13A1-432E-8A15-4FD0F84F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238" y="5294171"/>
            <a:ext cx="64962" cy="79658"/>
          </a:xfrm>
          <a:custGeom xmlns:a="http://schemas.openxmlformats.org/drawingml/2006/main"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3" name="fx-3-107">
            <a:extLst xmlns:a="http://schemas.openxmlformats.org/drawingml/2006/main">
              <a:ext uri="{FF2B5EF4-FFF2-40B4-BE49-F238E27FC236}">
                <a16:creationId xmlns:a16="http://schemas.microsoft.com/office/drawing/2014/main" id="{60A07028-7A15-4855-9936-A1793681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03876"/>
            <a:ext cx="542925" cy="358331"/>
          </a:xfrm>
          <a:custGeom xmlns:a="http://schemas.openxmlformats.org/drawingml/2006/main">
            <a:pathLst>
              <a:path w="542925" h="358331">
                <a:moveTo>
                  <a:pt x="0" y="179165"/>
                </a:moveTo>
                <a:lnTo>
                  <a:pt x="184594" y="358331"/>
                </a:ln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CD4B8"/>
            </a:solidFill>
          </a:ln>
        </p:spPr>
      </p:sp>
      <p:sp>
        <p:nvSpPr>
          <p:cNvPr id="24" name="fx-3-108">
            <a:extLst xmlns:a="http://schemas.openxmlformats.org/drawingml/2006/main">
              <a:ext uri="{FF2B5EF4-FFF2-40B4-BE49-F238E27FC236}">
                <a16:creationId xmlns:a16="http://schemas.microsoft.com/office/drawing/2014/main" id="{C5F152B7-4489-4F94-8860-4A01887C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054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</p:txBody>
      </p:sp>
      <p:sp>
        <p:nvSpPr>
          <p:cNvPr id="25" name="fx-3-109">
            <a:extLst xmlns:a="http://schemas.openxmlformats.org/drawingml/2006/main">
              <a:ext uri="{FF2B5EF4-FFF2-40B4-BE49-F238E27FC236}">
                <a16:creationId xmlns:a16="http://schemas.microsoft.com/office/drawing/2014/main" id="{40B6A342-C44D-4DD1-A3FC-8D57857D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334000"/>
            <a:ext cx="657225" cy="9525"/>
          </a:xfrm>
          <a:custGeom xmlns:a="http://schemas.openxmlformats.org/drawingml/2006/main">
            <a:pathLst>
              <a:path w="657225" h="952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6" name="fx-3-110">
            <a:extLst xmlns:a="http://schemas.openxmlformats.org/drawingml/2006/main">
              <a:ext uri="{FF2B5EF4-FFF2-40B4-BE49-F238E27FC236}">
                <a16:creationId xmlns:a16="http://schemas.microsoft.com/office/drawing/2014/main" id="{E23C191D-240B-45B5-8A14-7E240B26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988" y="5294171"/>
            <a:ext cx="64962" cy="79658"/>
          </a:xfrm>
          <a:custGeom xmlns:a="http://schemas.openxmlformats.org/drawingml/2006/main"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7" name="fx-4-111">
            <a:extLst xmlns:a="http://schemas.openxmlformats.org/drawingml/2006/main">
              <a:ext uri="{FF2B5EF4-FFF2-40B4-BE49-F238E27FC236}">
                <a16:creationId xmlns:a16="http://schemas.microsoft.com/office/drawing/2014/main" id="{505333C8-6FBA-4376-9EB8-EE62BE3F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913" y="5136452"/>
            <a:ext cx="9525" cy="347472"/>
          </a:xfrm>
          <a:custGeom xmlns:a="http://schemas.openxmlformats.org/drawingml/2006/main">
            <a:pathLst>
              <a:path w="952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8" name="fx-4-112">
            <a:extLst xmlns:a="http://schemas.openxmlformats.org/drawingml/2006/main">
              <a:ext uri="{FF2B5EF4-FFF2-40B4-BE49-F238E27FC236}">
                <a16:creationId xmlns:a16="http://schemas.microsoft.com/office/drawing/2014/main" id="{3FD56E8D-A105-4C73-9B82-1CCEF4F7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28749"/>
            <a:ext cx="206311" cy="9525"/>
          </a:xfrm>
          <a:custGeom xmlns:a="http://schemas.openxmlformats.org/drawingml/2006/main">
            <a:pathLst>
              <a:path w="206311" h="9525">
                <a:moveTo>
                  <a:pt x="0" y="0"/>
                </a:moveTo>
                <a:lnTo>
                  <a:pt x="2063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9" name="fx-4-113">
            <a:extLst xmlns:a="http://schemas.openxmlformats.org/drawingml/2006/main">
              <a:ext uri="{FF2B5EF4-FFF2-40B4-BE49-F238E27FC236}">
                <a16:creationId xmlns:a16="http://schemas.microsoft.com/office/drawing/2014/main" id="{B14BB5A1-A71E-4D2C-9E84-304C8162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799" y="5188920"/>
            <a:ext cx="64962" cy="79658"/>
          </a:xfrm>
          <a:custGeom xmlns:a="http://schemas.openxmlformats.org/drawingml/2006/main"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0" name="fx-4-114">
            <a:extLst xmlns:a="http://schemas.openxmlformats.org/drawingml/2006/main">
              <a:ext uri="{FF2B5EF4-FFF2-40B4-BE49-F238E27FC236}">
                <a16:creationId xmlns:a16="http://schemas.microsoft.com/office/drawing/2014/main" id="{40107BC6-33F9-4DD7-8765-60AD28F2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64" y="5391626"/>
            <a:ext cx="206311" cy="9525"/>
          </a:xfrm>
          <a:custGeom xmlns:a="http://schemas.openxmlformats.org/drawingml/2006/main">
            <a:pathLst>
              <a:path w="206311" h="9525">
                <a:moveTo>
                  <a:pt x="20631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1" name="fx-4-115">
            <a:extLst xmlns:a="http://schemas.openxmlformats.org/drawingml/2006/main">
              <a:ext uri="{FF2B5EF4-FFF2-40B4-BE49-F238E27FC236}">
                <a16:creationId xmlns:a16="http://schemas.microsoft.com/office/drawing/2014/main" id="{9EA6D70C-DF24-4F46-B7C2-23931853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64" y="5351797"/>
            <a:ext cx="64962" cy="79658"/>
          </a:xfrm>
          <a:custGeom xmlns:a="http://schemas.openxmlformats.org/drawingml/2006/main">
            <a:pathLst>
              <a:path w="64962" h="79658">
                <a:moveTo>
                  <a:pt x="64962" y="0"/>
                </a:moveTo>
                <a:lnTo>
                  <a:pt x="0" y="39829"/>
                </a:lnTo>
                <a:lnTo>
                  <a:pt x="64962" y="79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2" name="fx-4-116">
            <a:extLst xmlns:a="http://schemas.openxmlformats.org/drawingml/2006/main">
              <a:ext uri="{FF2B5EF4-FFF2-40B4-BE49-F238E27FC236}">
                <a16:creationId xmlns:a16="http://schemas.microsoft.com/office/drawing/2014/main" id="{F4433F4A-D86F-490F-B6F2-4CFAFF11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054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工具执行</a:t>
            </a:r>
          </a:p>
        </p:txBody>
      </p:sp>
      <p:sp>
        <p:nvSpPr>
          <p:cNvPr id="33" name="fx-4-117">
            <a:extLst xmlns:a="http://schemas.openxmlformats.org/drawingml/2006/main">
              <a:ext uri="{FF2B5EF4-FFF2-40B4-BE49-F238E27FC236}">
                <a16:creationId xmlns:a16="http://schemas.microsoft.com/office/drawing/2014/main" id="{F1450994-1C26-4E9B-A90D-C238010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334000"/>
            <a:ext cx="657225" cy="9525"/>
          </a:xfrm>
          <a:custGeom xmlns:a="http://schemas.openxmlformats.org/drawingml/2006/main">
            <a:pathLst>
              <a:path w="657225" h="952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34" name="fx-4-118">
            <a:extLst xmlns:a="http://schemas.openxmlformats.org/drawingml/2006/main">
              <a:ext uri="{FF2B5EF4-FFF2-40B4-BE49-F238E27FC236}">
                <a16:creationId xmlns:a16="http://schemas.microsoft.com/office/drawing/2014/main" id="{71BDC9C4-F436-4299-9BB3-EFC5D899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738" y="5294171"/>
            <a:ext cx="64962" cy="79658"/>
          </a:xfrm>
          <a:custGeom xmlns:a="http://schemas.openxmlformats.org/drawingml/2006/main"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35" name="fx-5-119">
            <a:extLst xmlns:a="http://schemas.openxmlformats.org/drawingml/2006/main">
              <a:ext uri="{FF2B5EF4-FFF2-40B4-BE49-F238E27FC236}">
                <a16:creationId xmlns:a16="http://schemas.microsoft.com/office/drawing/2014/main" id="{6373DDBA-5FB3-49AE-9F49-0B76BDDB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093452"/>
            <a:ext cx="542925" cy="91211"/>
          </a:xfrm>
          <a:prstGeom xmlns:a="http://schemas.openxmlformats.org/drawingml/2006/main" prst="roundRect">
            <a:avLst>
              <a:gd name="adj" fmla="val 3132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6" name="fx-5-120">
            <a:extLst xmlns:a="http://schemas.openxmlformats.org/drawingml/2006/main">
              <a:ext uri="{FF2B5EF4-FFF2-40B4-BE49-F238E27FC236}">
                <a16:creationId xmlns:a16="http://schemas.microsoft.com/office/drawing/2014/main" id="{EC20F52C-C73D-46D9-99CA-77F080D1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634" y="5184663"/>
            <a:ext cx="456057" cy="310119"/>
          </a:xfrm>
          <a:custGeom xmlns:a="http://schemas.openxmlformats.org/drawingml/2006/main">
            <a:pathLst>
              <a:path w="456057" h="310119">
                <a:moveTo>
                  <a:pt x="0" y="0"/>
                </a:moveTo>
                <a:lnTo>
                  <a:pt x="0" y="310119"/>
                </a:lnTo>
                <a:lnTo>
                  <a:pt x="456057" y="310119"/>
                </a:lnTo>
                <a:lnTo>
                  <a:pt x="4560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7" name="fx-5-121">
            <a:extLst xmlns:a="http://schemas.openxmlformats.org/drawingml/2006/main">
              <a:ext uri="{FF2B5EF4-FFF2-40B4-BE49-F238E27FC236}">
                <a16:creationId xmlns:a16="http://schemas.microsoft.com/office/drawing/2014/main" id="{CD335291-A190-495C-839F-7597ABE3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512" y="5303238"/>
            <a:ext cx="130302" cy="9525"/>
          </a:xfrm>
          <a:custGeom xmlns:a="http://schemas.openxmlformats.org/drawingml/2006/main">
            <a:pathLst>
              <a:path w="130302" h="9525">
                <a:moveTo>
                  <a:pt x="0" y="0"/>
                </a:moveTo>
                <a:lnTo>
                  <a:pt x="1303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CD4B8"/>
            </a:solidFill>
          </a:ln>
        </p:spPr>
      </p:sp>
      <p:sp>
        <p:nvSpPr>
          <p:cNvPr id="38" name="fx-5-122">
            <a:extLst xmlns:a="http://schemas.openxmlformats.org/drawingml/2006/main">
              <a:ext uri="{FF2B5EF4-FFF2-40B4-BE49-F238E27FC236}">
                <a16:creationId xmlns:a16="http://schemas.microsoft.com/office/drawing/2014/main" id="{5376B30C-88EE-4E22-8351-6B5F617A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054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结果说明</a:t>
            </a:r>
          </a:p>
        </p:txBody>
      </p:sp>
    </p:spTree>
    <p:extLst>
      <p:ext uri="{BB962C8B-B14F-4D97-AF65-F5344CB8AC3E}">
        <p14:creationId xmlns:p14="http://schemas.microsoft.com/office/powerpoint/2010/main" val="1324516825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2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2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2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44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2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47"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2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0" dur="1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3" dur="1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2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56" dur="1" fill="hold"/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2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59" dur="1" fill="hold"/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2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62" dur="1" fill="hold"/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2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65" dur="1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2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68" dur="1" fill="hold"/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71" dur="1" fill="hold"/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2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74" dur="1" fill="hold"/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77" dur="1" fill="hold"/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1060"/>
                            </p:stCondLst>
                            <p:childTnLst>
                              <p:set>
                                <p:cBhvr>
                                  <p:cTn id="80" dur="1" fill="hold"/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2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1060"/>
                            </p:stCondLst>
                            <p:childTnLst>
                              <p:set>
                                <p:cBhvr>
                                  <p:cTn id="83" dur="1" fill="hold"/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32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1060"/>
                            </p:stCondLst>
                            <p:childTnLst>
                              <p:set>
                                <p:cBhvr>
                                  <p:cTn id="86" dur="1" fill="hold"/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32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1060"/>
                            </p:stCondLst>
                            <p:childTnLst>
                              <p:set>
                                <p:cBhvr>
                                  <p:cTn id="89" dur="1" fill="hold"/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3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3FAF78-9509-42B4-9DC9-197E6C33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07 /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24912-9009-4F14-BFFB-C611BF44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界面与 Agent，共用业务服务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F9F52-3102-45C8-BB3A-7F4EB03E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4" name="fx-1-123">
            <a:extLst xmlns:a="http://schemas.openxmlformats.org/drawingml/2006/main">
              <a:ext uri="{FF2B5EF4-FFF2-40B4-BE49-F238E27FC236}">
                <a16:creationId xmlns:a16="http://schemas.microsoft.com/office/drawing/2014/main" id="{CC5B8F1D-8FE2-45D1-8934-66D1DD90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076450"/>
            <a:ext cx="723900" cy="492252"/>
          </a:xfrm>
          <a:prstGeom xmlns:a="http://schemas.openxmlformats.org/drawingml/2006/main" prst="roundRect">
            <a:avLst>
              <a:gd name="adj" fmla="val 967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5" name="fx-1-124">
            <a:extLst xmlns:a="http://schemas.openxmlformats.org/drawingml/2006/main">
              <a:ext uri="{FF2B5EF4-FFF2-40B4-BE49-F238E27FC236}">
                <a16:creationId xmlns:a16="http://schemas.microsoft.com/office/drawing/2014/main" id="{11FB73CE-4C04-4478-B276-C6AECFF8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568702"/>
            <a:ext cx="9525" cy="173736"/>
          </a:xfrm>
          <a:custGeom xmlns:a="http://schemas.openxmlformats.org/drawingml/2006/main">
            <a:pathLst>
              <a:path w="9525" h="173736">
                <a:moveTo>
                  <a:pt x="0" y="0"/>
                </a:moveTo>
                <a:lnTo>
                  <a:pt x="0" y="1737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6" name="fx-1-125">
            <a:extLst xmlns:a="http://schemas.openxmlformats.org/drawingml/2006/main">
              <a:ext uri="{FF2B5EF4-FFF2-40B4-BE49-F238E27FC236}">
                <a16:creationId xmlns:a16="http://schemas.microsoft.com/office/drawing/2014/main" id="{CCF78C98-BB5C-4A79-98E6-987524D5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261" y="2742438"/>
            <a:ext cx="376428" cy="9525"/>
          </a:xfrm>
          <a:custGeom xmlns:a="http://schemas.openxmlformats.org/drawingml/2006/main">
            <a:pathLst>
              <a:path w="376428" h="9525">
                <a:moveTo>
                  <a:pt x="0" y="0"/>
                </a:moveTo>
                <a:lnTo>
                  <a:pt x="3764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7" name="fx-1-126">
            <a:extLst xmlns:a="http://schemas.openxmlformats.org/drawingml/2006/main">
              <a:ext uri="{FF2B5EF4-FFF2-40B4-BE49-F238E27FC236}">
                <a16:creationId xmlns:a16="http://schemas.microsoft.com/office/drawing/2014/main" id="{B5795EEC-F4C9-4914-89E3-5494B583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14650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React 界面</a:t>
            </a:r>
          </a:p>
        </p:txBody>
      </p:sp>
      <p:sp>
        <p:nvSpPr>
          <p:cNvPr id="8" name="fx-1-127">
            <a:extLst xmlns:a="http://schemas.openxmlformats.org/drawingml/2006/main">
              <a:ext uri="{FF2B5EF4-FFF2-40B4-BE49-F238E27FC236}">
                <a16:creationId xmlns:a16="http://schemas.microsoft.com/office/drawing/2014/main" id="{03A3C3A6-124F-4C86-AFFA-D34F2877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076450"/>
            <a:ext cx="723900" cy="463296"/>
          </a:xfrm>
          <a:prstGeom xmlns:a="http://schemas.openxmlformats.org/drawingml/2006/main" prst="roundRect">
            <a:avLst>
              <a:gd name="adj" fmla="val 1644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9" name="fx-1-128">
            <a:extLst xmlns:a="http://schemas.openxmlformats.org/drawingml/2006/main">
              <a:ext uri="{FF2B5EF4-FFF2-40B4-BE49-F238E27FC236}">
                <a16:creationId xmlns:a16="http://schemas.microsoft.com/office/drawing/2014/main" id="{FBD0D439-531A-4F03-A455-25E74DE2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833" y="2539746"/>
            <a:ext cx="152019" cy="144780"/>
          </a:xfrm>
          <a:custGeom xmlns:a="http://schemas.openxmlformats.org/drawingml/2006/main">
            <a:pathLst>
              <a:path w="152019" h="144780">
                <a:moveTo>
                  <a:pt x="0" y="0"/>
                </a:moveTo>
                <a:lnTo>
                  <a:pt x="0" y="144780"/>
                </a:lnTo>
                <a:lnTo>
                  <a:pt x="1520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0" name="fx-1-129">
            <a:extLst xmlns:a="http://schemas.openxmlformats.org/drawingml/2006/main">
              <a:ext uri="{FF2B5EF4-FFF2-40B4-BE49-F238E27FC236}">
                <a16:creationId xmlns:a16="http://schemas.microsoft.com/office/drawing/2014/main" id="{ED50787A-74A9-40F9-9A2D-1C982438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833" y="2271903"/>
            <a:ext cx="39815" cy="39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D4B8"/>
          </a:solidFill>
          <a:ln xmlns:a="http://schemas.openxmlformats.org/drawingml/2006/main" w="0">
            <a:noFill/>
          </a:ln>
        </p:spPr>
      </p:sp>
      <p:sp>
        <p:nvSpPr>
          <p:cNvPr id="11" name="fx-1-130">
            <a:extLst xmlns:a="http://schemas.openxmlformats.org/drawingml/2006/main">
              <a:ext uri="{FF2B5EF4-FFF2-40B4-BE49-F238E27FC236}">
                <a16:creationId xmlns:a16="http://schemas.microsoft.com/office/drawing/2014/main" id="{E80A20E7-322E-410F-8182-5C5D7980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091" y="2271903"/>
            <a:ext cx="39815" cy="39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D4B8"/>
          </a:solidFill>
          <a:ln xmlns:a="http://schemas.openxmlformats.org/drawingml/2006/main" w="0">
            <a:noFill/>
          </a:ln>
        </p:spPr>
      </p:sp>
      <p:sp>
        <p:nvSpPr>
          <p:cNvPr id="12" name="fx-1-131">
            <a:extLst xmlns:a="http://schemas.openxmlformats.org/drawingml/2006/main">
              <a:ext uri="{FF2B5EF4-FFF2-40B4-BE49-F238E27FC236}">
                <a16:creationId xmlns:a16="http://schemas.microsoft.com/office/drawing/2014/main" id="{79F5A037-C635-4D55-93E9-1406FD79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349" y="2271903"/>
            <a:ext cx="39815" cy="39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D4B8"/>
          </a:solidFill>
          <a:ln xmlns:a="http://schemas.openxmlformats.org/drawingml/2006/main" w="0">
            <a:noFill/>
          </a:ln>
        </p:spPr>
      </p:sp>
      <p:sp>
        <p:nvSpPr>
          <p:cNvPr id="13" name="fx-1-132">
            <a:extLst xmlns:a="http://schemas.openxmlformats.org/drawingml/2006/main">
              <a:ext uri="{FF2B5EF4-FFF2-40B4-BE49-F238E27FC236}">
                <a16:creationId xmlns:a16="http://schemas.microsoft.com/office/drawing/2014/main" id="{F90ED4DB-9F8D-461E-9E84-0F893C2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914650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Pi Agent</a:t>
            </a:r>
          </a:p>
        </p:txBody>
      </p:sp>
      <p:sp>
        <p:nvSpPr>
          <p:cNvPr id="14" name="fx-2-133">
            <a:extLst xmlns:a="http://schemas.openxmlformats.org/drawingml/2006/main">
              <a:ext uri="{FF2B5EF4-FFF2-40B4-BE49-F238E27FC236}">
                <a16:creationId xmlns:a16="http://schemas.microsoft.com/office/drawing/2014/main" id="{7F120C62-0D53-4787-B3FC-1C2CE4DF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00425"/>
            <a:ext cx="5353050" cy="304800"/>
          </a:xfrm>
          <a:custGeom xmlns:a="http://schemas.openxmlformats.org/drawingml/2006/main">
            <a:pathLst>
              <a:path w="5353050" h="304800">
                <a:moveTo>
                  <a:pt x="0" y="0"/>
                </a:moveTo>
                <a:lnTo>
                  <a:pt x="0" y="304800"/>
                </a:lnTo>
                <a:lnTo>
                  <a:pt x="5353050" y="304800"/>
                </a:lnTo>
                <a:lnTo>
                  <a:pt x="535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5" name="fx-2-134">
            <a:extLst xmlns:a="http://schemas.openxmlformats.org/drawingml/2006/main">
              <a:ext uri="{FF2B5EF4-FFF2-40B4-BE49-F238E27FC236}">
                <a16:creationId xmlns:a16="http://schemas.microsoft.com/office/drawing/2014/main" id="{59D40461-9836-43B9-BCF5-33EA6E42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05225"/>
            <a:ext cx="9525" cy="285750"/>
          </a:xfrm>
          <a:custGeom xmlns:a="http://schemas.openxmlformats.org/drawingml/2006/main"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6" name="fx-2-135">
            <a:extLst xmlns:a="http://schemas.openxmlformats.org/drawingml/2006/main">
              <a:ext uri="{FF2B5EF4-FFF2-40B4-BE49-F238E27FC236}">
                <a16:creationId xmlns:a16="http://schemas.microsoft.com/office/drawing/2014/main" id="{A181A2AA-1747-4EE1-8D0C-39F1F8A8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171" y="3926013"/>
            <a:ext cx="79658" cy="64962"/>
          </a:xfrm>
          <a:custGeom xmlns:a="http://schemas.openxmlformats.org/drawingml/2006/main"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7" name="fx-2-136">
            <a:extLst xmlns:a="http://schemas.openxmlformats.org/drawingml/2006/main">
              <a:ext uri="{FF2B5EF4-FFF2-40B4-BE49-F238E27FC236}">
                <a16:creationId xmlns:a16="http://schemas.microsoft.com/office/drawing/2014/main" id="{F1F17389-17C5-4252-86B5-BDF6E281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2907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Task FIFO · 防重与取消</a:t>
            </a:r>
          </a:p>
        </p:txBody>
      </p:sp>
      <p:sp>
        <p:nvSpPr>
          <p:cNvPr id="18" name="fx-3-137">
            <a:extLst xmlns:a="http://schemas.openxmlformats.org/drawingml/2006/main">
              <a:ext uri="{FF2B5EF4-FFF2-40B4-BE49-F238E27FC236}">
                <a16:creationId xmlns:a16="http://schemas.microsoft.com/office/drawing/2014/main" id="{8B91B37B-D35F-4CFE-8513-698CA1A0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24375"/>
            <a:ext cx="8486775" cy="171450"/>
          </a:xfrm>
          <a:custGeom xmlns:a="http://schemas.openxmlformats.org/drawingml/2006/main">
            <a:pathLst>
              <a:path w="8486775" h="171450">
                <a:moveTo>
                  <a:pt x="4238625" y="0"/>
                </a:moveTo>
                <a:lnTo>
                  <a:pt x="4238625" y="171450"/>
                </a:lnTo>
                <a:lnTo>
                  <a:pt x="0" y="171450"/>
                </a:lnTo>
                <a:lnTo>
                  <a:pt x="8486775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9" name="fx-3-138">
            <a:extLst xmlns:a="http://schemas.openxmlformats.org/drawingml/2006/main">
              <a:ext uri="{FF2B5EF4-FFF2-40B4-BE49-F238E27FC236}">
                <a16:creationId xmlns:a16="http://schemas.microsoft.com/office/drawing/2014/main" id="{FA6069A4-4B97-41AB-9A7B-937AEAD0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95825"/>
            <a:ext cx="9525" cy="247650"/>
          </a:xfrm>
          <a:custGeom xmlns:a="http://schemas.openxmlformats.org/drawingml/2006/main"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0" name="fx-3-139">
            <a:extLst xmlns:a="http://schemas.openxmlformats.org/drawingml/2006/main">
              <a:ext uri="{FF2B5EF4-FFF2-40B4-BE49-F238E27FC236}">
                <a16:creationId xmlns:a16="http://schemas.microsoft.com/office/drawing/2014/main" id="{1B7BD410-6821-4FB8-AF1A-0A2F54C3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546" y="4878513"/>
            <a:ext cx="79658" cy="64962"/>
          </a:xfrm>
          <a:custGeom xmlns:a="http://schemas.openxmlformats.org/drawingml/2006/main"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1" name="fx-3-140">
            <a:extLst xmlns:a="http://schemas.openxmlformats.org/drawingml/2006/main">
              <a:ext uri="{FF2B5EF4-FFF2-40B4-BE49-F238E27FC236}">
                <a16:creationId xmlns:a16="http://schemas.microsoft.com/office/drawing/2014/main" id="{E8CADE64-5E19-4556-B902-7BB66BFE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41036"/>
            <a:ext cx="9525" cy="414528"/>
          </a:xfrm>
          <a:custGeom xmlns:a="http://schemas.openxmlformats.org/drawingml/2006/main">
            <a:pathLst>
              <a:path w="9525" h="414528">
                <a:moveTo>
                  <a:pt x="0" y="0"/>
                </a:moveTo>
                <a:lnTo>
                  <a:pt x="0" y="4145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2" name="fx-3-141">
            <a:extLst xmlns:a="http://schemas.openxmlformats.org/drawingml/2006/main">
              <a:ext uri="{FF2B5EF4-FFF2-40B4-BE49-F238E27FC236}">
                <a16:creationId xmlns:a16="http://schemas.microsoft.com/office/drawing/2014/main" id="{77335F01-3FAC-412E-BF95-0C8BC81B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351145"/>
            <a:ext cx="246126" cy="9525"/>
          </a:xfrm>
          <a:custGeom xmlns:a="http://schemas.openxmlformats.org/drawingml/2006/main">
            <a:pathLst>
              <a:path w="246126" h="9525">
                <a:moveTo>
                  <a:pt x="0" y="0"/>
                </a:moveTo>
                <a:lnTo>
                  <a:pt x="246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3" name="fx-3-142">
            <a:extLst xmlns:a="http://schemas.openxmlformats.org/drawingml/2006/main">
              <a:ext uri="{FF2B5EF4-FFF2-40B4-BE49-F238E27FC236}">
                <a16:creationId xmlns:a16="http://schemas.microsoft.com/office/drawing/2014/main" id="{84F791F8-EDE6-4E0B-A49F-CE057429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689" y="5311316"/>
            <a:ext cx="64962" cy="79658"/>
          </a:xfrm>
          <a:custGeom xmlns:a="http://schemas.openxmlformats.org/drawingml/2006/main"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4" name="fx-3-143">
            <a:extLst xmlns:a="http://schemas.openxmlformats.org/drawingml/2006/main">
              <a:ext uri="{FF2B5EF4-FFF2-40B4-BE49-F238E27FC236}">
                <a16:creationId xmlns:a16="http://schemas.microsoft.com/office/drawing/2014/main" id="{10D44046-D5EE-4F07-9430-EAE5A4B4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099" y="5545455"/>
            <a:ext cx="246126" cy="9525"/>
          </a:xfrm>
          <a:custGeom xmlns:a="http://schemas.openxmlformats.org/drawingml/2006/main">
            <a:pathLst>
              <a:path w="246126" h="9525">
                <a:moveTo>
                  <a:pt x="24612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5" name="fx-3-144">
            <a:extLst xmlns:a="http://schemas.openxmlformats.org/drawingml/2006/main">
              <a:ext uri="{FF2B5EF4-FFF2-40B4-BE49-F238E27FC236}">
                <a16:creationId xmlns:a16="http://schemas.microsoft.com/office/drawing/2014/main" id="{15460A0D-523A-4551-B276-7C545E31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099" y="5505626"/>
            <a:ext cx="64962" cy="79658"/>
          </a:xfrm>
          <a:custGeom xmlns:a="http://schemas.openxmlformats.org/drawingml/2006/main">
            <a:pathLst>
              <a:path w="64962" h="79658">
                <a:moveTo>
                  <a:pt x="64962" y="0"/>
                </a:moveTo>
                <a:lnTo>
                  <a:pt x="0" y="39829"/>
                </a:lnTo>
                <a:lnTo>
                  <a:pt x="64962" y="79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26" name="fx-3-145">
            <a:extLst xmlns:a="http://schemas.openxmlformats.org/drawingml/2006/main">
              <a:ext uri="{FF2B5EF4-FFF2-40B4-BE49-F238E27FC236}">
                <a16:creationId xmlns:a16="http://schemas.microsoft.com/office/drawing/2014/main" id="{12BE1A41-AE77-4902-A486-5F91199B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压缩校验</a:t>
            </a:r>
          </a:p>
        </p:txBody>
      </p:sp>
      <p:sp>
        <p:nvSpPr>
          <p:cNvPr id="27" name="fx-3-146">
            <a:extLst xmlns:a="http://schemas.openxmlformats.org/drawingml/2006/main">
              <a:ext uri="{FF2B5EF4-FFF2-40B4-BE49-F238E27FC236}">
                <a16:creationId xmlns:a16="http://schemas.microsoft.com/office/drawing/2014/main" id="{E9A390CD-D175-4865-9522-21AF64AC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95825"/>
            <a:ext cx="9525" cy="247650"/>
          </a:xfrm>
          <a:custGeom xmlns:a="http://schemas.openxmlformats.org/drawingml/2006/main"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8" name="fx-3-147">
            <a:extLst xmlns:a="http://schemas.openxmlformats.org/drawingml/2006/main">
              <a:ext uri="{FF2B5EF4-FFF2-40B4-BE49-F238E27FC236}">
                <a16:creationId xmlns:a16="http://schemas.microsoft.com/office/drawing/2014/main" id="{630276E9-1D2A-4DAC-8FC8-2FF7B9B5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471" y="4878513"/>
            <a:ext cx="79658" cy="64962"/>
          </a:xfrm>
          <a:custGeom xmlns:a="http://schemas.openxmlformats.org/drawingml/2006/main"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9" name="fx-3-148">
            <a:extLst xmlns:a="http://schemas.openxmlformats.org/drawingml/2006/main">
              <a:ext uri="{FF2B5EF4-FFF2-40B4-BE49-F238E27FC236}">
                <a16:creationId xmlns:a16="http://schemas.microsoft.com/office/drawing/2014/main" id="{6742E32A-FB82-4019-8961-6E2777F0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89738"/>
            <a:ext cx="647700" cy="108814"/>
          </a:xfrm>
          <a:prstGeom xmlns:a="http://schemas.openxmlformats.org/drawingml/2006/main" prst="roundRect">
            <a:avLst>
              <a:gd name="adj" fmla="val 2626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0" name="fx-3-149">
            <a:extLst xmlns:a="http://schemas.openxmlformats.org/drawingml/2006/main">
              <a:ext uri="{FF2B5EF4-FFF2-40B4-BE49-F238E27FC236}">
                <a16:creationId xmlns:a16="http://schemas.microsoft.com/office/drawing/2014/main" id="{4484FC9D-AF4E-423B-AA6E-9C77DD6B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266" y="5298552"/>
            <a:ext cx="544068" cy="369966"/>
          </a:xfrm>
          <a:custGeom xmlns:a="http://schemas.openxmlformats.org/drawingml/2006/main">
            <a:pathLst>
              <a:path w="544068" h="369966">
                <a:moveTo>
                  <a:pt x="0" y="0"/>
                </a:moveTo>
                <a:lnTo>
                  <a:pt x="0" y="369966"/>
                </a:lnTo>
                <a:lnTo>
                  <a:pt x="544068" y="369966"/>
                </a:lnTo>
                <a:lnTo>
                  <a:pt x="5440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1" name="fx-3-150">
            <a:extLst xmlns:a="http://schemas.openxmlformats.org/drawingml/2006/main">
              <a:ext uri="{FF2B5EF4-FFF2-40B4-BE49-F238E27FC236}">
                <a16:creationId xmlns:a16="http://schemas.microsoft.com/office/drawing/2014/main" id="{5660117C-6FDE-4AAC-90C2-52F529BE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5440009"/>
            <a:ext cx="155448" cy="9525"/>
          </a:xfrm>
          <a:custGeom xmlns:a="http://schemas.openxmlformats.org/drawingml/2006/main">
            <a:pathLst>
              <a:path w="155448" h="9525">
                <a:moveTo>
                  <a:pt x="0" y="0"/>
                </a:moveTo>
                <a:lnTo>
                  <a:pt x="1554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CD4B8"/>
            </a:solidFill>
          </a:ln>
        </p:spPr>
      </p:sp>
      <p:sp>
        <p:nvSpPr>
          <p:cNvPr id="32" name="fx-3-151">
            <a:extLst xmlns:a="http://schemas.openxmlformats.org/drawingml/2006/main">
              <a:ext uri="{FF2B5EF4-FFF2-40B4-BE49-F238E27FC236}">
                <a16:creationId xmlns:a16="http://schemas.microsoft.com/office/drawing/2014/main" id="{10009674-09A0-42C8-ADA4-C7D17BE3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905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备份归档</a:t>
            </a:r>
          </a:p>
        </p:txBody>
      </p:sp>
      <p:sp>
        <p:nvSpPr>
          <p:cNvPr id="33" name="fx-3-152">
            <a:extLst xmlns:a="http://schemas.openxmlformats.org/drawingml/2006/main">
              <a:ext uri="{FF2B5EF4-FFF2-40B4-BE49-F238E27FC236}">
                <a16:creationId xmlns:a16="http://schemas.microsoft.com/office/drawing/2014/main" id="{BC3C32FC-A1AE-4650-A276-93D5EAC7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695825"/>
            <a:ext cx="9525" cy="247650"/>
          </a:xfrm>
          <a:custGeom xmlns:a="http://schemas.openxmlformats.org/drawingml/2006/main"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34" name="fx-3-153">
            <a:extLst xmlns:a="http://schemas.openxmlformats.org/drawingml/2006/main">
              <a:ext uri="{FF2B5EF4-FFF2-40B4-BE49-F238E27FC236}">
                <a16:creationId xmlns:a16="http://schemas.microsoft.com/office/drawing/2014/main" id="{0BAC1AA2-B2A8-401F-B3D4-A6A93628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396" y="4878513"/>
            <a:ext cx="79658" cy="64962"/>
          </a:xfrm>
          <a:custGeom xmlns:a="http://schemas.openxmlformats.org/drawingml/2006/main"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35" name="fx-3-154">
            <a:extLst xmlns:a="http://schemas.openxmlformats.org/drawingml/2006/main">
              <a:ext uri="{FF2B5EF4-FFF2-40B4-BE49-F238E27FC236}">
                <a16:creationId xmlns:a16="http://schemas.microsoft.com/office/drawing/2014/main" id="{839F8925-AF51-4FE3-BA0E-16C9B016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24450"/>
            <a:ext cx="492252" cy="647700"/>
          </a:xfrm>
          <a:custGeom xmlns:a="http://schemas.openxmlformats.org/drawingml/2006/main">
            <a:pathLst>
              <a:path w="492252" h="647700">
                <a:moveTo>
                  <a:pt x="0" y="0"/>
                </a:moveTo>
                <a:lnTo>
                  <a:pt x="349758" y="0"/>
                </a:lnTo>
                <a:lnTo>
                  <a:pt x="492252" y="142494"/>
                </a:lnTo>
                <a:lnTo>
                  <a:pt x="492252" y="647700"/>
                </a:lnTo>
                <a:lnTo>
                  <a:pt x="0" y="6477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6" name="fx-3-155">
            <a:extLst xmlns:a="http://schemas.openxmlformats.org/drawingml/2006/main">
              <a:ext uri="{FF2B5EF4-FFF2-40B4-BE49-F238E27FC236}">
                <a16:creationId xmlns:a16="http://schemas.microsoft.com/office/drawing/2014/main" id="{C974A518-B900-4A98-BBC3-639E7D7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133" y="5124450"/>
            <a:ext cx="142494" cy="142494"/>
          </a:xfrm>
          <a:custGeom xmlns:a="http://schemas.openxmlformats.org/drawingml/2006/main">
            <a:pathLst>
              <a:path w="142494" h="142494">
                <a:moveTo>
                  <a:pt x="0" y="0"/>
                </a:moveTo>
                <a:lnTo>
                  <a:pt x="0" y="142494"/>
                </a:lnTo>
                <a:lnTo>
                  <a:pt x="142494" y="1424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7" name="fx-3-156">
            <a:extLst xmlns:a="http://schemas.openxmlformats.org/drawingml/2006/main">
              <a:ext uri="{FF2B5EF4-FFF2-40B4-BE49-F238E27FC236}">
                <a16:creationId xmlns:a16="http://schemas.microsoft.com/office/drawing/2014/main" id="{05C0C715-43B1-42BA-90CA-BA334728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25" y="5402961"/>
            <a:ext cx="285506" cy="9525"/>
          </a:xfrm>
          <a:custGeom xmlns:a="http://schemas.openxmlformats.org/drawingml/2006/main">
            <a:pathLst>
              <a:path w="285506" h="9525">
                <a:moveTo>
                  <a:pt x="0" y="0"/>
                </a:moveTo>
                <a:lnTo>
                  <a:pt x="2855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8" name="fx-3-157">
            <a:extLst xmlns:a="http://schemas.openxmlformats.org/drawingml/2006/main">
              <a:ext uri="{FF2B5EF4-FFF2-40B4-BE49-F238E27FC236}">
                <a16:creationId xmlns:a16="http://schemas.microsoft.com/office/drawing/2014/main" id="{4CDA97B6-7232-468E-9538-853B0C2D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25" y="5493639"/>
            <a:ext cx="285506" cy="9525"/>
          </a:xfrm>
          <a:custGeom xmlns:a="http://schemas.openxmlformats.org/drawingml/2006/main">
            <a:pathLst>
              <a:path w="285506" h="9525">
                <a:moveTo>
                  <a:pt x="0" y="0"/>
                </a:moveTo>
                <a:lnTo>
                  <a:pt x="2855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39" name="fx-3-158">
            <a:extLst xmlns:a="http://schemas.openxmlformats.org/drawingml/2006/main">
              <a:ext uri="{FF2B5EF4-FFF2-40B4-BE49-F238E27FC236}">
                <a16:creationId xmlns:a16="http://schemas.microsoft.com/office/drawing/2014/main" id="{0A00A07D-433E-43C8-B5EF-F0FA54CD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25" y="5584317"/>
            <a:ext cx="285506" cy="9525"/>
          </a:xfrm>
          <a:custGeom xmlns:a="http://schemas.openxmlformats.org/drawingml/2006/main">
            <a:pathLst>
              <a:path w="285506" h="9525">
                <a:moveTo>
                  <a:pt x="0" y="0"/>
                </a:moveTo>
                <a:lnTo>
                  <a:pt x="2855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40" name="fx-3-159">
            <a:extLst xmlns:a="http://schemas.openxmlformats.org/drawingml/2006/main">
              <a:ext uri="{FF2B5EF4-FFF2-40B4-BE49-F238E27FC236}">
                <a16:creationId xmlns:a16="http://schemas.microsoft.com/office/drawing/2014/main" id="{0A6D1B3A-2B42-44A7-B2FD-70F77B14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05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APFS 去重</a:t>
            </a:r>
          </a:p>
        </p:txBody>
      </p:sp>
      <p:sp>
        <p:nvSpPr>
          <p:cNvPr id="41" name="fx-3-160">
            <a:extLst xmlns:a="http://schemas.openxmlformats.org/drawingml/2006/main">
              <a:ext uri="{FF2B5EF4-FFF2-40B4-BE49-F238E27FC236}">
                <a16:creationId xmlns:a16="http://schemas.microsoft.com/office/drawing/2014/main" id="{F7720D32-CF88-425C-A788-806C639F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695825"/>
            <a:ext cx="9525" cy="247650"/>
          </a:xfrm>
          <a:custGeom xmlns:a="http://schemas.openxmlformats.org/drawingml/2006/main"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42" name="fx-3-161">
            <a:extLst xmlns:a="http://schemas.openxmlformats.org/drawingml/2006/main">
              <a:ext uri="{FF2B5EF4-FFF2-40B4-BE49-F238E27FC236}">
                <a16:creationId xmlns:a16="http://schemas.microsoft.com/office/drawing/2014/main" id="{360DAB24-DF6C-4109-B529-A5E74CC8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321" y="4878513"/>
            <a:ext cx="79658" cy="64962"/>
          </a:xfrm>
          <a:custGeom xmlns:a="http://schemas.openxmlformats.org/drawingml/2006/main"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43" name="fx-3-162">
            <a:extLst xmlns:a="http://schemas.openxmlformats.org/drawingml/2006/main">
              <a:ext uri="{FF2B5EF4-FFF2-40B4-BE49-F238E27FC236}">
                <a16:creationId xmlns:a16="http://schemas.microsoft.com/office/drawing/2014/main" id="{ED42A5C0-C454-4D65-85CD-0E434F53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189544"/>
            <a:ext cx="647700" cy="368865"/>
          </a:xfrm>
          <a:custGeom xmlns:a="http://schemas.openxmlformats.org/drawingml/2006/main">
            <a:pathLst>
              <a:path w="647700" h="368865">
                <a:moveTo>
                  <a:pt x="0" y="0"/>
                </a:moveTo>
                <a:lnTo>
                  <a:pt x="239649" y="0"/>
                </a:lnTo>
                <a:lnTo>
                  <a:pt x="310896" y="65094"/>
                </a:lnTo>
                <a:lnTo>
                  <a:pt x="647700" y="65094"/>
                </a:lnTo>
                <a:lnTo>
                  <a:pt x="647700" y="368865"/>
                </a:lnTo>
                <a:lnTo>
                  <a:pt x="0" y="3688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44" name="fx-3-163">
            <a:extLst xmlns:a="http://schemas.openxmlformats.org/drawingml/2006/main">
              <a:ext uri="{FF2B5EF4-FFF2-40B4-BE49-F238E27FC236}">
                <a16:creationId xmlns:a16="http://schemas.microsoft.com/office/drawing/2014/main" id="{A5ACBFB9-C2EA-4A6A-A2FE-DE1E9C61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905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文件操作</a:t>
            </a:r>
          </a:p>
        </p:txBody>
      </p:sp>
    </p:spTree>
    <p:extLst>
      <p:ext uri="{BB962C8B-B14F-4D97-AF65-F5344CB8AC3E}">
        <p14:creationId xmlns:p14="http://schemas.microsoft.com/office/powerpoint/2010/main" val="173195487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2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2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2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2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2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44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2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47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0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3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6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9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2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62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2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65"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2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68" dur="1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71" dur="1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2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74" dur="1" fill="hold"/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2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77" dur="1" fill="hold"/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2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80" dur="1" fill="hold"/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2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83" dur="1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32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86" dur="1" fill="hold"/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3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89" dur="1" fill="hold"/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32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92" dur="1" fill="hold"/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3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95" dur="1" fill="hold"/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3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98" dur="1" fill="hold"/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32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101" dur="1" fill="hold"/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32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104" dur="1" fill="hold"/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32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107" dur="1" fill="hold"/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3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110" dur="1" fill="hold"/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320" fill="hold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2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113" dur="1" fill="hold"/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320" fill="hold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5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116" dur="1" fill="hold"/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320" fill="hold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8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119" dur="1" fill="hold"/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320" fill="hold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1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122" dur="1" fill="hold"/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3" dur="320" fill="hold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4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125" dur="1" fill="hold"/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320" fill="hold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CC3A1-84BB-4283-9F96-783A2221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08 /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8F6EB-30E8-4587-AF08-DAB482F6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现场 Demo：处理一份真实样本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2B55B-0C11-43AA-A13D-2B5767B2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19E5B-4F8E-433B-8103-329F2CED1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ea2140ddf4e59"/>
          <a:stretch xmlns:a="http://schemas.openxmlformats.org/drawingml/2006/main"/>
        </p:blipFill>
        <p:spPr>
          <a:xfrm xmlns:a="http://schemas.openxmlformats.org/drawingml/2006/main">
            <a:off x="686301" y="2076450"/>
            <a:ext cx="6190247" cy="42005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D0A6B-CED8-4A18-8364-62F55679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43150"/>
            <a:ext cx="69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486BB-2891-4036-9A10-868D33D7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选择文件与输出位置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B50DD-CAC2-41FE-9350-820772B3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81350"/>
            <a:ext cx="69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70D3E-A74F-4957-8458-0F9DC07A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81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压缩并查看原件备份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F770D-7D66-4987-82FB-A6C5963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019550"/>
            <a:ext cx="69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07C2A-40AB-46E1-B396-9D41B7C6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归档结果，添加标签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6158E-538C-4FD7-A367-BCE7AD6A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7750"/>
            <a:ext cx="69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D80AD-1061-4549-AC07-691F3E31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检索并打开归档副本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B0CB7-EAB4-48F0-850C-4903BFD6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857875"/>
            <a:ext cx="3857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现场异常时，用本页截图说明流程</a:t>
            </a:r>
          </a:p>
        </p:txBody>
      </p:sp>
    </p:spTree>
    <p:extLst>
      <p:ext uri="{BB962C8B-B14F-4D97-AF65-F5344CB8AC3E}">
        <p14:creationId xmlns:p14="http://schemas.microsoft.com/office/powerpoint/2010/main" val="531381941"/>
      </p:ext>
    </p:extLst>
  </p:cSld>
  <p:transition spd="fast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9176B-E0AA-446A-9349-F0143F67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09 /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F6497-589C-4E6D-A2D1-EB76F513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619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pPr>
            <a:r>
              <a:rPr sz="5925" b="1">
                <a:solidFill>
                  <a:srgbClr val="F1F5F0"/>
                </a:solidFill>
                <a:latin typeface="Consolas"/>
                <a:ea typeface="Consolas"/>
                <a:cs typeface="Consolas"/>
              </a:rPr>
              <a:t>ARKIVE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0D768-7372-42E2-8311-87297B1B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面向整批存量文件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EA00A-69C9-4A8E-BD92-8EDA7C2C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AI 标签建议联动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82D67-5ED0-49C4-A4F1-20C93222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已有 Service，待接入界面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486D4-A30F-4354-AFA3-DD9001DC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638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冷数据报告 · 微信可读附件流程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0C04E-349B-413C-ABB2-6E6B9AEF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规划场景，逐步接入既有处理能力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68C20-83DD-4CC5-978D-E5CF661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590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葛俊辉 / 后端开发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EC26B-52C3-490F-B76F-B421CE21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76950"/>
            <a:ext cx="590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方子硕 / UI 与测试</a:t>
            </a:r>
          </a:p>
        </p:txBody>
      </p:sp>
      <p:sp>
        <p:nvSpPr>
          <p:cNvPr id="10" name="fx-1-164">
            <a:extLst xmlns:a="http://schemas.openxmlformats.org/drawingml/2006/main">
              <a:ext uri="{FF2B5EF4-FFF2-40B4-BE49-F238E27FC236}">
                <a16:creationId xmlns:a16="http://schemas.microsoft.com/office/drawing/2014/main" id="{6F06E608-883A-4926-8B25-576B4CCA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26945"/>
            <a:ext cx="1895475" cy="314325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1" name="fx-1-165">
            <a:extLst xmlns:a="http://schemas.openxmlformats.org/drawingml/2006/main">
              <a:ext uri="{FF2B5EF4-FFF2-40B4-BE49-F238E27FC236}">
                <a16:creationId xmlns:a16="http://schemas.microsoft.com/office/drawing/2014/main" id="{C7ED8A4A-D156-4159-903C-AE78B5D1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013" y="2541270"/>
            <a:ext cx="1592199" cy="1068705"/>
          </a:xfrm>
          <a:custGeom xmlns:a="http://schemas.openxmlformats.org/drawingml/2006/main">
            <a:pathLst>
              <a:path w="1592199" h="1068705">
                <a:moveTo>
                  <a:pt x="0" y="0"/>
                </a:moveTo>
                <a:lnTo>
                  <a:pt x="0" y="1068705"/>
                </a:lnTo>
                <a:lnTo>
                  <a:pt x="1592199" y="1068705"/>
                </a:lnTo>
                <a:lnTo>
                  <a:pt x="15921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CD4B8"/>
            </a:solidFill>
          </a:ln>
        </p:spPr>
      </p:sp>
      <p:sp>
        <p:nvSpPr>
          <p:cNvPr id="12" name="fx-1-166">
            <a:extLst xmlns:a="http://schemas.openxmlformats.org/drawingml/2006/main">
              <a:ext uri="{FF2B5EF4-FFF2-40B4-BE49-F238E27FC236}">
                <a16:creationId xmlns:a16="http://schemas.microsoft.com/office/drawing/2014/main" id="{55AB283B-23B1-452C-A45A-B8DD3458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656" y="2949893"/>
            <a:ext cx="454914" cy="9525"/>
          </a:xfrm>
          <a:custGeom xmlns:a="http://schemas.openxmlformats.org/drawingml/2006/main">
            <a:pathLst>
              <a:path w="454914" h="9525">
                <a:moveTo>
                  <a:pt x="0" y="0"/>
                </a:moveTo>
                <a:lnTo>
                  <a:pt x="454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CD4B8"/>
            </a:solidFill>
          </a:ln>
        </p:spPr>
      </p:sp>
      <p:sp>
        <p:nvSpPr>
          <p:cNvPr id="13" name="fx-2-167">
            <a:extLst xmlns:a="http://schemas.openxmlformats.org/drawingml/2006/main">
              <a:ext uri="{FF2B5EF4-FFF2-40B4-BE49-F238E27FC236}">
                <a16:creationId xmlns:a16="http://schemas.microsoft.com/office/drawing/2014/main" id="{29E68B6F-E105-4D26-A077-2074FE8D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00500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4" name="fx-2-168">
            <a:extLst xmlns:a="http://schemas.openxmlformats.org/drawingml/2006/main">
              <a:ext uri="{FF2B5EF4-FFF2-40B4-BE49-F238E27FC236}">
                <a16:creationId xmlns:a16="http://schemas.microsoft.com/office/drawing/2014/main" id="{97F1E44A-FCE7-4D44-88AC-01B910D7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143250" cy="9525"/>
          </a:xfrm>
          <a:custGeom xmlns:a="http://schemas.openxmlformats.org/drawingml/2006/main"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5" name="fx-2-169">
            <a:extLst xmlns:a="http://schemas.openxmlformats.org/drawingml/2006/main">
              <a:ext uri="{FF2B5EF4-FFF2-40B4-BE49-F238E27FC236}">
                <a16:creationId xmlns:a16="http://schemas.microsoft.com/office/drawing/2014/main" id="{37392A5A-768D-4452-A4FA-F46D0FA1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9525" cy="400050"/>
          </a:xfrm>
          <a:custGeom xmlns:a="http://schemas.openxmlformats.org/drawingml/2006/main"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6" name="fx-2-170">
            <a:extLst xmlns:a="http://schemas.openxmlformats.org/drawingml/2006/main">
              <a:ext uri="{FF2B5EF4-FFF2-40B4-BE49-F238E27FC236}">
                <a16:creationId xmlns:a16="http://schemas.microsoft.com/office/drawing/2014/main" id="{4701EE1B-B81F-4E7D-B089-E36BB705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671" y="4811838"/>
            <a:ext cx="79658" cy="64962"/>
          </a:xfrm>
          <a:custGeom xmlns:a="http://schemas.openxmlformats.org/drawingml/2006/main"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7" name="fx-2-171">
            <a:extLst xmlns:a="http://schemas.openxmlformats.org/drawingml/2006/main">
              <a:ext uri="{FF2B5EF4-FFF2-40B4-BE49-F238E27FC236}">
                <a16:creationId xmlns:a16="http://schemas.microsoft.com/office/drawing/2014/main" id="{42193363-2A38-49F5-91D0-5EDC4212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76750"/>
            <a:ext cx="9525" cy="400050"/>
          </a:xfrm>
          <a:custGeom xmlns:a="http://schemas.openxmlformats.org/drawingml/2006/main"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8" name="fx-2-172">
            <a:extLst xmlns:a="http://schemas.openxmlformats.org/drawingml/2006/main">
              <a:ext uri="{FF2B5EF4-FFF2-40B4-BE49-F238E27FC236}">
                <a16:creationId xmlns:a16="http://schemas.microsoft.com/office/drawing/2014/main" id="{0AEFD2ED-BB78-46FA-A18A-C4A4B2E3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6" y="4811838"/>
            <a:ext cx="79658" cy="64962"/>
          </a:xfrm>
          <a:custGeom xmlns:a="http://schemas.openxmlformats.org/drawingml/2006/main"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19" name="fx-2-173">
            <a:extLst xmlns:a="http://schemas.openxmlformats.org/drawingml/2006/main">
              <a:ext uri="{FF2B5EF4-FFF2-40B4-BE49-F238E27FC236}">
                <a16:creationId xmlns:a16="http://schemas.microsoft.com/office/drawing/2014/main" id="{1CCE3B77-BE9D-4E3D-85F9-82E97ADF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76750"/>
            <a:ext cx="9525" cy="400050"/>
          </a:xfrm>
          <a:custGeom xmlns:a="http://schemas.openxmlformats.org/drawingml/2006/main"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0" name="fx-2-174">
            <a:extLst xmlns:a="http://schemas.openxmlformats.org/drawingml/2006/main">
              <a:ext uri="{FF2B5EF4-FFF2-40B4-BE49-F238E27FC236}">
                <a16:creationId xmlns:a16="http://schemas.microsoft.com/office/drawing/2014/main" id="{46F3E414-4A0D-418E-AF23-7209A2A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3921" y="4811838"/>
            <a:ext cx="79658" cy="64962"/>
          </a:xfrm>
          <a:custGeom xmlns:a="http://schemas.openxmlformats.org/drawingml/2006/main"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BBB0"/>
            </a:solidFill>
          </a:ln>
        </p:spPr>
      </p:sp>
      <p:sp>
        <p:nvSpPr>
          <p:cNvPr id="21" name="fx-3-175">
            <a:extLst xmlns:a="http://schemas.openxmlformats.org/drawingml/2006/main">
              <a:ext uri="{FF2B5EF4-FFF2-40B4-BE49-F238E27FC236}">
                <a16:creationId xmlns:a16="http://schemas.microsoft.com/office/drawing/2014/main" id="{6040E0C3-A6DD-47CF-9E19-B259B149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720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AI 标签</a:t>
            </a:r>
          </a:p>
        </p:txBody>
      </p:sp>
      <p:sp>
        <p:nvSpPr>
          <p:cNvPr id="22" name="fx-3-176">
            <a:extLst xmlns:a="http://schemas.openxmlformats.org/drawingml/2006/main">
              <a:ext uri="{FF2B5EF4-FFF2-40B4-BE49-F238E27FC236}">
                <a16:creationId xmlns:a16="http://schemas.microsoft.com/office/drawing/2014/main" id="{1F11E9A3-B497-4596-8AF8-432F8D66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720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冷数据</a:t>
            </a:r>
          </a:p>
        </p:txBody>
      </p:sp>
      <p:sp>
        <p:nvSpPr>
          <p:cNvPr id="23" name="fx-3-177">
            <a:extLst xmlns:a="http://schemas.openxmlformats.org/drawingml/2006/main">
              <a:ext uri="{FF2B5EF4-FFF2-40B4-BE49-F238E27FC236}">
                <a16:creationId xmlns:a16="http://schemas.microsoft.com/office/drawing/2014/main" id="{64387212-B2D7-4967-A4A7-0F63A600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1720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微信附件</a:t>
            </a:r>
          </a:p>
        </p:txBody>
      </p:sp>
      <p:sp>
        <p:nvSpPr>
          <p:cNvPr id="24" name="fx-3-178">
            <a:extLst xmlns:a="http://schemas.openxmlformats.org/drawingml/2006/main">
              <a:ext uri="{FF2B5EF4-FFF2-40B4-BE49-F238E27FC236}">
                <a16:creationId xmlns:a16="http://schemas.microsoft.com/office/drawing/2014/main" id="{F017779A-8B48-4E19-BF85-D312C5B3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91200"/>
            <a:ext cx="3371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逐步接入</a:t>
            </a:r>
          </a:p>
        </p:txBody>
      </p:sp>
    </p:spTree>
    <p:extLst>
      <p:ext uri="{BB962C8B-B14F-4D97-AF65-F5344CB8AC3E}">
        <p14:creationId xmlns:p14="http://schemas.microsoft.com/office/powerpoint/2010/main" val="1203600035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2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2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2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44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2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47"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2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D8702-0B57-40FC-A90A-25517EE5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A /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3762C-037A-4417-953C-A9547BDC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已有工程验证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ECE1C-56C3-43BB-A70B-E90815A4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192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报告日期：2026-10-17 · Windows 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2DED0-9400-4A65-A68B-D68C91A9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ACD04-8A57-468F-B791-324A6183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CC05C-88D1-4EA4-ACCA-6D7A9A13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项单元测试通过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78E16-E661-45B0-8A19-66496730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71725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725E8-55C6-47AD-80BC-642EFC7D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861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项综合检查通过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E9014-252C-4FB8-89EE-A25A3FD1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717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33721-ED90-47D9-A6B3-3C0C440A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861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项限制单独记录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B7559-21E5-4536-A4E9-CEC02DE9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实际覆盖：生成样本压缩、原件备份、归档哈希与幂等、路径保护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16109-467C-450E-A637-B92EC0B3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尚需对应环境：macOS 原生能力、真实模型行为、复杂素材标定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5EF7D-D45C-4896-A31F-CC7BE6C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这些计数属于不同测试集合，不是用户数、性能结果或压缩率</a:t>
            </a:r>
          </a:p>
        </p:txBody>
      </p:sp>
    </p:spTree>
    <p:extLst>
      <p:ext uri="{BB962C8B-B14F-4D97-AF65-F5344CB8AC3E}">
        <p14:creationId xmlns:p14="http://schemas.microsoft.com/office/powerpoint/2010/main" val="1699254905"/>
      </p:ext>
    </p:extLst>
  </p:cSld>
  <p:transition spd="fast" advClick="1">
    <p:fade/>
  </p:transition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227A0-794F-4A44-B191-C70E9651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B / CAPABILITY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DDA66-83CB-453A-82CF-199F342B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功能状态与验证范围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E3D63-97F4-4C36-8000-6DF71297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AE714-97E4-404D-B9F0-58B84EB3B4B2}"/>
              </a:ext>
            </a:extLst>
          </p:cNvPr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67125"/>
                <a:gridCol w="3143250"/>
                <a:gridCol w="4010025"/>
              </a:tblGrid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</a:tr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图片压缩、备份与归档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已有业务与界面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Windows 生成样本回归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视频、PDF、Office 压缩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Service 与入口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素材与平台需分别验收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APFS、Finder 与 Mole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macOS 业务接入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已有专项脚本，需实机验收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调用与授权理解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Pi SDK 与工具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真实模型端到端待联测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标签建议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 Service 已有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IPC 与界面联动待接入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冷数据、微信附件专用流程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后续集成与场景验证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675792"/>
      </p:ext>
    </p:extLst>
  </p:cSld>
  <p:transition spd="fast" advClick="1">
    <p:fade/>
  </p:transition>
</p:sld>
</file>

<file path=ppt/slides/slide1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BA6A6-DCC6-4AE3-A99F-B86CB7D9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C /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46939-ACB0-4B5F-9C86-A583C0C2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自主设计与开源基础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B93C0-45C1-44BE-900E-47268B59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75323-EF5F-40BD-BF01-F3CE216B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76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自主设计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765E6-4FB3-4E63-BA20-0907BED9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产品与交互 · 跨入口编排 · 文件状态与保护 · APFS 去重事务与恢复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7699C-8881-424B-B28A-74CBBA6E0557}"/>
              </a:ext>
            </a:extLst>
          </p:cNvPr>
          <p:cNvGraphicFramePr/>
          <p:nvPr/>
        </p:nvGraphicFramePr>
        <p:xfrm>
          <a:off xmlns:a="http://schemas.openxmlformats.org/drawingml/2006/main" x="685800" y="3305175"/>
          <a:ext xmlns:a="http://schemas.openxmlformats.org/drawingml/2006/main" cx="108204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7867650"/>
              </a:tblGrid>
              <a:tr h="4953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能力基础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采用的第三方组件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</a:tr>
              <a:tr h="4953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桌面与界面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Electron / React / TypeScript / assistant-ui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4953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 SDK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4953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图片与视频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Sharp / pngquant / FFmpeg / FFprobe / ab-av1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4953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文档、检测与分析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Ghostscript / qpdf / Czkawka / Mole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FF749-331D-4B57-B189-8478768C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工具版本、来源、SHA-256 与许可见随包 manifest / licenses</a:t>
            </a:r>
          </a:p>
        </p:txBody>
      </p:sp>
    </p:spTree>
    <p:extLst>
      <p:ext uri="{BB962C8B-B14F-4D97-AF65-F5344CB8AC3E}">
        <p14:creationId xmlns:p14="http://schemas.microsoft.com/office/powerpoint/2010/main" val="833920572"/>
      </p:ext>
    </p:extLst>
  </p:cSld>
  <p:transition spd="fast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2026-10-17T15:48:21.3620000Z</dcterms:created>
  <dcterms:modified xsi:type="dcterms:W3CDTF">2026-10-17T15:48:21.3620000Z</dcterms:modified>
</coreProperties>
</file>